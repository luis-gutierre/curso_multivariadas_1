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Lst>
  <p:sldSz cy="6858000" cx="12192000"/>
  <p:notesSz cx="6858000" cy="9144000"/>
  <p:embeddedFontLst>
    <p:embeddedFont>
      <p:font typeface="Roboto"/>
      <p:regular r:id="rId34"/>
      <p:bold r:id="rId35"/>
      <p:italic r:id="rId36"/>
      <p:boldItalic r:id="rId37"/>
    </p:embeddedFont>
    <p:embeddedFont>
      <p:font typeface="Century Gothic"/>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http://customooxmlschemas.google.com/">
      <go:slidesCustomData xmlns:go="http://customooxmlschemas.google.com/" r:id="rId42" roundtripDataSignature="AMtx7mgloTtfcNJqLTcoBiqZ5LhRgbiJ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CenturyGothic-italic.fntdata"/><Relationship Id="rId20" Type="http://schemas.openxmlformats.org/officeDocument/2006/relationships/slide" Target="slides/slide16.xml"/><Relationship Id="rId42" Type="http://customschemas.google.com/relationships/presentationmetadata" Target="metadata"/><Relationship Id="rId41" Type="http://schemas.openxmlformats.org/officeDocument/2006/relationships/font" Target="fonts/CenturyGothic-boldItalic.fntdata"/><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font" Target="fonts/Roboto-bold.fntdata"/><Relationship Id="rId12" Type="http://schemas.openxmlformats.org/officeDocument/2006/relationships/slide" Target="slides/slide8.xml"/><Relationship Id="rId34" Type="http://schemas.openxmlformats.org/officeDocument/2006/relationships/font" Target="fonts/Roboto-regular.fntdata"/><Relationship Id="rId15" Type="http://schemas.openxmlformats.org/officeDocument/2006/relationships/slide" Target="slides/slide11.xml"/><Relationship Id="rId37" Type="http://schemas.openxmlformats.org/officeDocument/2006/relationships/font" Target="fonts/Roboto-boldItalic.fntdata"/><Relationship Id="rId14" Type="http://schemas.openxmlformats.org/officeDocument/2006/relationships/slide" Target="slides/slide10.xml"/><Relationship Id="rId36" Type="http://schemas.openxmlformats.org/officeDocument/2006/relationships/font" Target="fonts/Roboto-italic.fntdata"/><Relationship Id="rId17" Type="http://schemas.openxmlformats.org/officeDocument/2006/relationships/slide" Target="slides/slide13.xml"/><Relationship Id="rId39" Type="http://schemas.openxmlformats.org/officeDocument/2006/relationships/font" Target="fonts/CenturyGothic-bold.fntdata"/><Relationship Id="rId16" Type="http://schemas.openxmlformats.org/officeDocument/2006/relationships/slide" Target="slides/slide12.xml"/><Relationship Id="rId38" Type="http://schemas.openxmlformats.org/officeDocument/2006/relationships/font" Target="fonts/CenturyGothic-regular.fntdata"/><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7" name="Google Shape;13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9" name="Google Shape;14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4" name="Google Shape;15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0" name="Google Shape;16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1" name="Google Shape;18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4" name="Google Shape;19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0" name="Google Shape;200;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5" name="Google Shape;20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5" name="Google Shape;215;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0" name="Google Shape;22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6" name="Google Shape;22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1" name="Google Shape;23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4" name="Google Shape;244;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2" name="Google Shape;26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7" name="Google Shape;26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2" name="Google Shape;28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0" name="Google Shape;31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5" name="Google Shape;315;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showMasterSp="0" type="title">
  <p:cSld name="TITLE">
    <p:spTree>
      <p:nvGrpSpPr>
        <p:cNvPr id="17" name="Shape 17"/>
        <p:cNvGrpSpPr/>
        <p:nvPr/>
      </p:nvGrpSpPr>
      <p:grpSpPr>
        <a:xfrm>
          <a:off x="0" y="0"/>
          <a:ext cx="0" cy="0"/>
          <a:chOff x="0" y="0"/>
          <a:chExt cx="0" cy="0"/>
        </a:xfrm>
      </p:grpSpPr>
      <p:sp>
        <p:nvSpPr>
          <p:cNvPr id="18" name="Google Shape;18;p31"/>
          <p:cNvSpPr txBox="1"/>
          <p:nvPr>
            <p:ph type="ctrTitle"/>
          </p:nvPr>
        </p:nvSpPr>
        <p:spPr>
          <a:xfrm>
            <a:off x="684212" y="685799"/>
            <a:ext cx="8001000" cy="2971801"/>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4800"/>
              <a:buFont typeface="Century Gothic"/>
              <a:buNone/>
              <a:defRPr sz="4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1"/>
          <p:cNvSpPr txBox="1"/>
          <p:nvPr>
            <p:ph idx="1" type="subTitle"/>
          </p:nvPr>
        </p:nvSpPr>
        <p:spPr>
          <a:xfrm>
            <a:off x="684212" y="3843867"/>
            <a:ext cx="6400800" cy="1947333"/>
          </a:xfrm>
          <a:prstGeom prst="rect">
            <a:avLst/>
          </a:prstGeom>
          <a:noFill/>
          <a:ln>
            <a:noFill/>
          </a:ln>
        </p:spPr>
        <p:txBody>
          <a:bodyPr anchorCtr="0" anchor="t" bIns="45700" lIns="91425" spcFirstLastPara="1" rIns="91425" wrap="square" tIns="45700">
            <a:normAutofit/>
          </a:bodyPr>
          <a:lstStyle>
            <a:lvl1pPr lvl="0" algn="l">
              <a:lnSpc>
                <a:spcPct val="100000"/>
              </a:lnSpc>
              <a:spcBef>
                <a:spcPts val="420"/>
              </a:spcBef>
              <a:spcAft>
                <a:spcPts val="0"/>
              </a:spcAft>
              <a:buSzPts val="1680"/>
              <a:buNone/>
              <a:defRPr sz="2100">
                <a:solidFill>
                  <a:srgbClr val="0F486F"/>
                </a:solidFill>
              </a:defRPr>
            </a:lvl1pPr>
            <a:lvl2pPr lvl="1" algn="ctr">
              <a:lnSpc>
                <a:spcPct val="100000"/>
              </a:lnSpc>
              <a:spcBef>
                <a:spcPts val="600"/>
              </a:spcBef>
              <a:spcAft>
                <a:spcPts val="0"/>
              </a:spcAft>
              <a:buSzPts val="1440"/>
              <a:buNone/>
              <a:defRPr>
                <a:solidFill>
                  <a:schemeClr val="lt1"/>
                </a:solidFill>
              </a:defRPr>
            </a:lvl2pPr>
            <a:lvl3pPr lvl="2" algn="ctr">
              <a:lnSpc>
                <a:spcPct val="100000"/>
              </a:lnSpc>
              <a:spcBef>
                <a:spcPts val="600"/>
              </a:spcBef>
              <a:spcAft>
                <a:spcPts val="0"/>
              </a:spcAft>
              <a:buSzPts val="1280"/>
              <a:buNone/>
              <a:defRPr>
                <a:solidFill>
                  <a:schemeClr val="lt1"/>
                </a:solidFill>
              </a:defRPr>
            </a:lvl3pPr>
            <a:lvl4pPr lvl="3" algn="ctr">
              <a:lnSpc>
                <a:spcPct val="100000"/>
              </a:lnSpc>
              <a:spcBef>
                <a:spcPts val="600"/>
              </a:spcBef>
              <a:spcAft>
                <a:spcPts val="0"/>
              </a:spcAft>
              <a:buSzPts val="1120"/>
              <a:buNone/>
              <a:defRPr>
                <a:solidFill>
                  <a:schemeClr val="lt1"/>
                </a:solidFill>
              </a:defRPr>
            </a:lvl4pPr>
            <a:lvl5pPr lvl="4" algn="ctr">
              <a:lnSpc>
                <a:spcPct val="100000"/>
              </a:lnSpc>
              <a:spcBef>
                <a:spcPts val="600"/>
              </a:spcBef>
              <a:spcAft>
                <a:spcPts val="0"/>
              </a:spcAft>
              <a:buSzPts val="1120"/>
              <a:buNone/>
              <a:defRPr>
                <a:solidFill>
                  <a:schemeClr val="lt1"/>
                </a:solidFill>
              </a:defRPr>
            </a:lvl5pPr>
            <a:lvl6pPr lvl="5" algn="ctr">
              <a:lnSpc>
                <a:spcPct val="100000"/>
              </a:lnSpc>
              <a:spcBef>
                <a:spcPts val="600"/>
              </a:spcBef>
              <a:spcAft>
                <a:spcPts val="0"/>
              </a:spcAft>
              <a:buSzPts val="1120"/>
              <a:buNone/>
              <a:defRPr>
                <a:solidFill>
                  <a:schemeClr val="lt1"/>
                </a:solidFill>
              </a:defRPr>
            </a:lvl6pPr>
            <a:lvl7pPr lvl="6" algn="ctr">
              <a:lnSpc>
                <a:spcPct val="100000"/>
              </a:lnSpc>
              <a:spcBef>
                <a:spcPts val="600"/>
              </a:spcBef>
              <a:spcAft>
                <a:spcPts val="0"/>
              </a:spcAft>
              <a:buSzPts val="1120"/>
              <a:buNone/>
              <a:defRPr>
                <a:solidFill>
                  <a:schemeClr val="lt1"/>
                </a:solidFill>
              </a:defRPr>
            </a:lvl7pPr>
            <a:lvl8pPr lvl="7" algn="ctr">
              <a:lnSpc>
                <a:spcPct val="100000"/>
              </a:lnSpc>
              <a:spcBef>
                <a:spcPts val="600"/>
              </a:spcBef>
              <a:spcAft>
                <a:spcPts val="0"/>
              </a:spcAft>
              <a:buSzPts val="1120"/>
              <a:buNone/>
              <a:defRPr>
                <a:solidFill>
                  <a:schemeClr val="lt1"/>
                </a:solidFill>
              </a:defRPr>
            </a:lvl8pPr>
            <a:lvl9pPr lvl="8" algn="ctr">
              <a:lnSpc>
                <a:spcPct val="100000"/>
              </a:lnSpc>
              <a:spcBef>
                <a:spcPts val="600"/>
              </a:spcBef>
              <a:spcAft>
                <a:spcPts val="600"/>
              </a:spcAft>
              <a:buSzPts val="1120"/>
              <a:buNone/>
              <a:defRPr>
                <a:solidFill>
                  <a:schemeClr val="lt1"/>
                </a:solidFill>
              </a:defRPr>
            </a:lvl9pPr>
          </a:lstStyle>
          <a:p/>
        </p:txBody>
      </p:sp>
      <p:sp>
        <p:nvSpPr>
          <p:cNvPr id="20" name="Google Shape;20;p31"/>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1"/>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1"/>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cxnSp>
        <p:nvCxnSpPr>
          <p:cNvPr id="23" name="Google Shape;23;p31"/>
          <p:cNvCxnSpPr/>
          <p:nvPr/>
        </p:nvCxnSpPr>
        <p:spPr>
          <a:xfrm flipH="1">
            <a:off x="8228012" y="8467"/>
            <a:ext cx="3810000" cy="3810000"/>
          </a:xfrm>
          <a:prstGeom prst="straightConnector1">
            <a:avLst/>
          </a:prstGeom>
          <a:noFill/>
          <a:ln cap="flat" cmpd="sng" w="12700">
            <a:solidFill>
              <a:schemeClr val="lt1"/>
            </a:solidFill>
            <a:prstDash val="solid"/>
            <a:round/>
            <a:headEnd len="sm" w="sm" type="none"/>
            <a:tailEnd len="sm" w="sm" type="none"/>
          </a:ln>
        </p:spPr>
      </p:cxnSp>
      <p:cxnSp>
        <p:nvCxnSpPr>
          <p:cNvPr id="24" name="Google Shape;24;p31"/>
          <p:cNvCxnSpPr/>
          <p:nvPr/>
        </p:nvCxnSpPr>
        <p:spPr>
          <a:xfrm flipH="1">
            <a:off x="6108170" y="91545"/>
            <a:ext cx="6080655" cy="6080655"/>
          </a:xfrm>
          <a:prstGeom prst="straightConnector1">
            <a:avLst/>
          </a:prstGeom>
          <a:noFill/>
          <a:ln cap="flat" cmpd="sng" w="12700">
            <a:solidFill>
              <a:schemeClr val="lt1"/>
            </a:solidFill>
            <a:prstDash val="solid"/>
            <a:round/>
            <a:headEnd len="sm" w="sm" type="none"/>
            <a:tailEnd len="sm" w="sm" type="none"/>
          </a:ln>
        </p:spPr>
      </p:cxnSp>
      <p:cxnSp>
        <p:nvCxnSpPr>
          <p:cNvPr id="25" name="Google Shape;25;p31"/>
          <p:cNvCxnSpPr/>
          <p:nvPr/>
        </p:nvCxnSpPr>
        <p:spPr>
          <a:xfrm flipH="1">
            <a:off x="7235825" y="228600"/>
            <a:ext cx="4953000" cy="4953000"/>
          </a:xfrm>
          <a:prstGeom prst="straightConnector1">
            <a:avLst/>
          </a:prstGeom>
          <a:noFill/>
          <a:ln cap="flat" cmpd="sng" w="12700">
            <a:solidFill>
              <a:schemeClr val="lt1"/>
            </a:solidFill>
            <a:prstDash val="solid"/>
            <a:round/>
            <a:headEnd len="sm" w="sm" type="none"/>
            <a:tailEnd len="sm" w="sm" type="none"/>
          </a:ln>
        </p:spPr>
      </p:cxnSp>
      <p:cxnSp>
        <p:nvCxnSpPr>
          <p:cNvPr id="26" name="Google Shape;26;p31"/>
          <p:cNvCxnSpPr/>
          <p:nvPr/>
        </p:nvCxnSpPr>
        <p:spPr>
          <a:xfrm flipH="1">
            <a:off x="7335837" y="32278"/>
            <a:ext cx="4852989" cy="4852989"/>
          </a:xfrm>
          <a:prstGeom prst="straightConnector1">
            <a:avLst/>
          </a:prstGeom>
          <a:noFill/>
          <a:ln cap="flat" cmpd="sng" w="31750">
            <a:solidFill>
              <a:schemeClr val="lt1"/>
            </a:solidFill>
            <a:prstDash val="solid"/>
            <a:round/>
            <a:headEnd len="sm" w="sm" type="none"/>
            <a:tailEnd len="sm" w="sm" type="none"/>
          </a:ln>
        </p:spPr>
      </p:cxnSp>
      <p:cxnSp>
        <p:nvCxnSpPr>
          <p:cNvPr id="27" name="Google Shape;27;p31"/>
          <p:cNvCxnSpPr/>
          <p:nvPr/>
        </p:nvCxnSpPr>
        <p:spPr>
          <a:xfrm flipH="1">
            <a:off x="7845426" y="609601"/>
            <a:ext cx="4343399" cy="4343399"/>
          </a:xfrm>
          <a:prstGeom prst="straightConnector1">
            <a:avLst/>
          </a:prstGeom>
          <a:noFill/>
          <a:ln cap="flat" cmpd="sng" w="31750">
            <a:solidFill>
              <a:schemeClr val="lt1"/>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8" name="Shape 28"/>
        <p:cNvGrpSpPr/>
        <p:nvPr/>
      </p:nvGrpSpPr>
      <p:grpSpPr>
        <a:xfrm>
          <a:off x="0" y="0"/>
          <a:ext cx="0" cy="0"/>
          <a:chOff x="0" y="0"/>
          <a:chExt cx="0" cy="0"/>
        </a:xfrm>
      </p:grpSpPr>
      <p:sp>
        <p:nvSpPr>
          <p:cNvPr id="29" name="Google Shape;29;p32"/>
          <p:cNvSpPr txBox="1"/>
          <p:nvPr>
            <p:ph type="title"/>
          </p:nvPr>
        </p:nvSpPr>
        <p:spPr>
          <a:xfrm>
            <a:off x="684212" y="4487332"/>
            <a:ext cx="8534400" cy="15070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2"/>
          <p:cNvSpPr txBox="1"/>
          <p:nvPr>
            <p:ph idx="1" type="body"/>
          </p:nvPr>
        </p:nvSpPr>
        <p:spPr>
          <a:xfrm>
            <a:off x="684212" y="685800"/>
            <a:ext cx="8534400" cy="3615267"/>
          </a:xfrm>
          <a:prstGeom prst="rect">
            <a:avLst/>
          </a:prstGeom>
          <a:noFill/>
          <a:ln>
            <a:noFill/>
          </a:ln>
        </p:spPr>
        <p:txBody>
          <a:bodyPr anchorCtr="0" anchor="ctr" bIns="45700" lIns="91425" spcFirstLastPara="1" rIns="91425" wrap="square" tIns="45700">
            <a:normAutofit/>
          </a:bodyPr>
          <a:lstStyle>
            <a:lvl1pPr indent="-320040" lvl="0" marL="457200" algn="l">
              <a:lnSpc>
                <a:spcPct val="100000"/>
              </a:lnSpc>
              <a:spcBef>
                <a:spcPts val="360"/>
              </a:spcBef>
              <a:spcAft>
                <a:spcPts val="0"/>
              </a:spcAft>
              <a:buSzPts val="144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20039" lvl="3" marL="1828800" algn="l">
              <a:lnSpc>
                <a:spcPct val="100000"/>
              </a:lnSpc>
              <a:spcBef>
                <a:spcPts val="600"/>
              </a:spcBef>
              <a:spcAft>
                <a:spcPts val="0"/>
              </a:spcAft>
              <a:buSzPts val="1440"/>
              <a:buChar char="▶"/>
              <a:defRPr/>
            </a:lvl4pPr>
            <a:lvl5pPr indent="-320039" lvl="4" marL="2286000" algn="l">
              <a:lnSpc>
                <a:spcPct val="100000"/>
              </a:lnSpc>
              <a:spcBef>
                <a:spcPts val="600"/>
              </a:spcBef>
              <a:spcAft>
                <a:spcPts val="0"/>
              </a:spcAft>
              <a:buSzPts val="1440"/>
              <a:buChar char="▶"/>
              <a:defRPr/>
            </a:lvl5pPr>
            <a:lvl6pPr indent="-320039" lvl="5" marL="2743200" algn="l">
              <a:lnSpc>
                <a:spcPct val="100000"/>
              </a:lnSpc>
              <a:spcBef>
                <a:spcPts val="600"/>
              </a:spcBef>
              <a:spcAft>
                <a:spcPts val="0"/>
              </a:spcAft>
              <a:buSzPts val="1440"/>
              <a:buChar char="▶"/>
              <a:defRPr/>
            </a:lvl6pPr>
            <a:lvl7pPr indent="-320039" lvl="6" marL="3200400" algn="l">
              <a:lnSpc>
                <a:spcPct val="100000"/>
              </a:lnSpc>
              <a:spcBef>
                <a:spcPts val="600"/>
              </a:spcBef>
              <a:spcAft>
                <a:spcPts val="0"/>
              </a:spcAft>
              <a:buSzPts val="1440"/>
              <a:buChar char="▶"/>
              <a:defRPr/>
            </a:lvl7pPr>
            <a:lvl8pPr indent="-320040" lvl="7" marL="3657600" algn="l">
              <a:lnSpc>
                <a:spcPct val="100000"/>
              </a:lnSpc>
              <a:spcBef>
                <a:spcPts val="600"/>
              </a:spcBef>
              <a:spcAft>
                <a:spcPts val="0"/>
              </a:spcAft>
              <a:buSzPts val="1440"/>
              <a:buChar char="▶"/>
              <a:defRPr/>
            </a:lvl8pPr>
            <a:lvl9pPr indent="-320040" lvl="8" marL="4114800" algn="l">
              <a:lnSpc>
                <a:spcPct val="100000"/>
              </a:lnSpc>
              <a:spcBef>
                <a:spcPts val="600"/>
              </a:spcBef>
              <a:spcAft>
                <a:spcPts val="600"/>
              </a:spcAft>
              <a:buSzPts val="1440"/>
              <a:buChar char="▶"/>
              <a:defRPr/>
            </a:lvl9pPr>
          </a:lstStyle>
          <a:p/>
        </p:txBody>
      </p:sp>
      <p:sp>
        <p:nvSpPr>
          <p:cNvPr id="31" name="Google Shape;31;p32"/>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32"/>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32"/>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34" name="Shape 34"/>
        <p:cNvGrpSpPr/>
        <p:nvPr/>
      </p:nvGrpSpPr>
      <p:grpSpPr>
        <a:xfrm>
          <a:off x="0" y="0"/>
          <a:ext cx="0" cy="0"/>
          <a:chOff x="0" y="0"/>
          <a:chExt cx="0" cy="0"/>
        </a:xfrm>
      </p:grpSpPr>
      <p:sp>
        <p:nvSpPr>
          <p:cNvPr id="35" name="Google Shape;35;p33"/>
          <p:cNvSpPr txBox="1"/>
          <p:nvPr>
            <p:ph type="title"/>
          </p:nvPr>
        </p:nvSpPr>
        <p:spPr>
          <a:xfrm>
            <a:off x="684211" y="2006600"/>
            <a:ext cx="8534401" cy="228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600"/>
              <a:buFont typeface="Century Gothic"/>
              <a:buNone/>
              <a:defRPr b="0" sz="36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3"/>
          <p:cNvSpPr txBox="1"/>
          <p:nvPr>
            <p:ph idx="1" type="body"/>
          </p:nvPr>
        </p:nvSpPr>
        <p:spPr>
          <a:xfrm>
            <a:off x="684213" y="4495800"/>
            <a:ext cx="8534400" cy="14986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440"/>
              <a:buNone/>
              <a:defRPr sz="1800">
                <a:solidFill>
                  <a:srgbClr val="0F486F"/>
                </a:solidFill>
              </a:defRPr>
            </a:lvl1pPr>
            <a:lvl2pPr indent="-228600" lvl="1" marL="914400" algn="l">
              <a:lnSpc>
                <a:spcPct val="100000"/>
              </a:lnSpc>
              <a:spcBef>
                <a:spcPts val="600"/>
              </a:spcBef>
              <a:spcAft>
                <a:spcPts val="0"/>
              </a:spcAft>
              <a:buSzPts val="1440"/>
              <a:buNone/>
              <a:defRPr sz="1800">
                <a:solidFill>
                  <a:schemeClr val="lt1"/>
                </a:solidFill>
              </a:defRPr>
            </a:lvl2pPr>
            <a:lvl3pPr indent="-228600" lvl="2" marL="1371600" algn="l">
              <a:lnSpc>
                <a:spcPct val="100000"/>
              </a:lnSpc>
              <a:spcBef>
                <a:spcPts val="600"/>
              </a:spcBef>
              <a:spcAft>
                <a:spcPts val="0"/>
              </a:spcAft>
              <a:buSzPts val="1280"/>
              <a:buNone/>
              <a:defRPr sz="1600">
                <a:solidFill>
                  <a:schemeClr val="lt1"/>
                </a:solidFill>
              </a:defRPr>
            </a:lvl3pPr>
            <a:lvl4pPr indent="-228600" lvl="3" marL="1828800" algn="l">
              <a:lnSpc>
                <a:spcPct val="100000"/>
              </a:lnSpc>
              <a:spcBef>
                <a:spcPts val="600"/>
              </a:spcBef>
              <a:spcAft>
                <a:spcPts val="0"/>
              </a:spcAft>
              <a:buSzPts val="1120"/>
              <a:buNone/>
              <a:defRPr sz="1400">
                <a:solidFill>
                  <a:schemeClr val="lt1"/>
                </a:solidFill>
              </a:defRPr>
            </a:lvl4pPr>
            <a:lvl5pPr indent="-228600" lvl="4" marL="2286000" algn="l">
              <a:lnSpc>
                <a:spcPct val="100000"/>
              </a:lnSpc>
              <a:spcBef>
                <a:spcPts val="600"/>
              </a:spcBef>
              <a:spcAft>
                <a:spcPts val="0"/>
              </a:spcAft>
              <a:buSzPts val="1120"/>
              <a:buNone/>
              <a:defRPr sz="1400">
                <a:solidFill>
                  <a:schemeClr val="lt1"/>
                </a:solidFill>
              </a:defRPr>
            </a:lvl5pPr>
            <a:lvl6pPr indent="-228600" lvl="5" marL="2743200" algn="l">
              <a:lnSpc>
                <a:spcPct val="100000"/>
              </a:lnSpc>
              <a:spcBef>
                <a:spcPts val="600"/>
              </a:spcBef>
              <a:spcAft>
                <a:spcPts val="0"/>
              </a:spcAft>
              <a:buSzPts val="1120"/>
              <a:buNone/>
              <a:defRPr sz="1400">
                <a:solidFill>
                  <a:schemeClr val="lt1"/>
                </a:solidFill>
              </a:defRPr>
            </a:lvl6pPr>
            <a:lvl7pPr indent="-228600" lvl="6" marL="3200400" algn="l">
              <a:lnSpc>
                <a:spcPct val="100000"/>
              </a:lnSpc>
              <a:spcBef>
                <a:spcPts val="600"/>
              </a:spcBef>
              <a:spcAft>
                <a:spcPts val="0"/>
              </a:spcAft>
              <a:buSzPts val="1120"/>
              <a:buNone/>
              <a:defRPr sz="1400">
                <a:solidFill>
                  <a:schemeClr val="lt1"/>
                </a:solidFill>
              </a:defRPr>
            </a:lvl7pPr>
            <a:lvl8pPr indent="-228600" lvl="7" marL="3657600" algn="l">
              <a:lnSpc>
                <a:spcPct val="100000"/>
              </a:lnSpc>
              <a:spcBef>
                <a:spcPts val="600"/>
              </a:spcBef>
              <a:spcAft>
                <a:spcPts val="0"/>
              </a:spcAft>
              <a:buSzPts val="1120"/>
              <a:buNone/>
              <a:defRPr sz="1400">
                <a:solidFill>
                  <a:schemeClr val="lt1"/>
                </a:solidFill>
              </a:defRPr>
            </a:lvl8pPr>
            <a:lvl9pPr indent="-228600" lvl="8" marL="4114800" algn="l">
              <a:lnSpc>
                <a:spcPct val="100000"/>
              </a:lnSpc>
              <a:spcBef>
                <a:spcPts val="600"/>
              </a:spcBef>
              <a:spcAft>
                <a:spcPts val="600"/>
              </a:spcAft>
              <a:buSzPts val="1120"/>
              <a:buNone/>
              <a:defRPr sz="1400">
                <a:solidFill>
                  <a:schemeClr val="lt1"/>
                </a:solidFill>
              </a:defRPr>
            </a:lvl9pPr>
          </a:lstStyle>
          <a:p/>
        </p:txBody>
      </p:sp>
      <p:sp>
        <p:nvSpPr>
          <p:cNvPr id="37" name="Google Shape;37;p33"/>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33"/>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33"/>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40" name="Shape 40"/>
        <p:cNvGrpSpPr/>
        <p:nvPr/>
      </p:nvGrpSpPr>
      <p:grpSpPr>
        <a:xfrm>
          <a:off x="0" y="0"/>
          <a:ext cx="0" cy="0"/>
          <a:chOff x="0" y="0"/>
          <a:chExt cx="0" cy="0"/>
        </a:xfrm>
      </p:grpSpPr>
      <p:sp>
        <p:nvSpPr>
          <p:cNvPr id="41" name="Google Shape;41;p34"/>
          <p:cNvSpPr txBox="1"/>
          <p:nvPr>
            <p:ph type="title"/>
          </p:nvPr>
        </p:nvSpPr>
        <p:spPr>
          <a:xfrm>
            <a:off x="684212" y="4487332"/>
            <a:ext cx="8534400" cy="15070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4"/>
          <p:cNvSpPr txBox="1"/>
          <p:nvPr>
            <p:ph idx="1" type="body"/>
          </p:nvPr>
        </p:nvSpPr>
        <p:spPr>
          <a:xfrm>
            <a:off x="684211" y="685800"/>
            <a:ext cx="4937655" cy="3615267"/>
          </a:xfrm>
          <a:prstGeom prst="rect">
            <a:avLst/>
          </a:prstGeom>
          <a:noFill/>
          <a:ln>
            <a:noFill/>
          </a:ln>
        </p:spPr>
        <p:txBody>
          <a:bodyPr anchorCtr="0" anchor="ctr" bIns="45700" lIns="91425" spcFirstLastPara="1" rIns="91425" wrap="square" tIns="45700">
            <a:normAutofit/>
          </a:bodyPr>
          <a:lstStyle>
            <a:lvl1pPr indent="-320040" lvl="0" marL="457200" algn="l">
              <a:lnSpc>
                <a:spcPct val="100000"/>
              </a:lnSpc>
              <a:spcBef>
                <a:spcPts val="360"/>
              </a:spcBef>
              <a:spcAft>
                <a:spcPts val="0"/>
              </a:spcAft>
              <a:buSzPts val="144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20039" lvl="3" marL="1828800" algn="l">
              <a:lnSpc>
                <a:spcPct val="100000"/>
              </a:lnSpc>
              <a:spcBef>
                <a:spcPts val="600"/>
              </a:spcBef>
              <a:spcAft>
                <a:spcPts val="0"/>
              </a:spcAft>
              <a:buSzPts val="1440"/>
              <a:buChar char="▶"/>
              <a:defRPr/>
            </a:lvl4pPr>
            <a:lvl5pPr indent="-320039" lvl="4" marL="2286000" algn="l">
              <a:lnSpc>
                <a:spcPct val="100000"/>
              </a:lnSpc>
              <a:spcBef>
                <a:spcPts val="600"/>
              </a:spcBef>
              <a:spcAft>
                <a:spcPts val="0"/>
              </a:spcAft>
              <a:buSzPts val="1440"/>
              <a:buChar char="▶"/>
              <a:defRPr/>
            </a:lvl5pPr>
            <a:lvl6pPr indent="-320039" lvl="5" marL="2743200" algn="l">
              <a:lnSpc>
                <a:spcPct val="100000"/>
              </a:lnSpc>
              <a:spcBef>
                <a:spcPts val="600"/>
              </a:spcBef>
              <a:spcAft>
                <a:spcPts val="0"/>
              </a:spcAft>
              <a:buSzPts val="1440"/>
              <a:buChar char="▶"/>
              <a:defRPr/>
            </a:lvl6pPr>
            <a:lvl7pPr indent="-320039" lvl="6" marL="3200400" algn="l">
              <a:lnSpc>
                <a:spcPct val="100000"/>
              </a:lnSpc>
              <a:spcBef>
                <a:spcPts val="600"/>
              </a:spcBef>
              <a:spcAft>
                <a:spcPts val="0"/>
              </a:spcAft>
              <a:buSzPts val="1440"/>
              <a:buChar char="▶"/>
              <a:defRPr/>
            </a:lvl7pPr>
            <a:lvl8pPr indent="-320040" lvl="7" marL="3657600" algn="l">
              <a:lnSpc>
                <a:spcPct val="100000"/>
              </a:lnSpc>
              <a:spcBef>
                <a:spcPts val="600"/>
              </a:spcBef>
              <a:spcAft>
                <a:spcPts val="0"/>
              </a:spcAft>
              <a:buSzPts val="1440"/>
              <a:buChar char="▶"/>
              <a:defRPr/>
            </a:lvl8pPr>
            <a:lvl9pPr indent="-320040" lvl="8" marL="4114800" algn="l">
              <a:lnSpc>
                <a:spcPct val="100000"/>
              </a:lnSpc>
              <a:spcBef>
                <a:spcPts val="600"/>
              </a:spcBef>
              <a:spcAft>
                <a:spcPts val="600"/>
              </a:spcAft>
              <a:buSzPts val="1440"/>
              <a:buChar char="▶"/>
              <a:defRPr/>
            </a:lvl9pPr>
          </a:lstStyle>
          <a:p/>
        </p:txBody>
      </p:sp>
      <p:sp>
        <p:nvSpPr>
          <p:cNvPr id="43" name="Google Shape;43;p34"/>
          <p:cNvSpPr txBox="1"/>
          <p:nvPr>
            <p:ph idx="2" type="body"/>
          </p:nvPr>
        </p:nvSpPr>
        <p:spPr>
          <a:xfrm>
            <a:off x="5808133" y="685801"/>
            <a:ext cx="4934479" cy="3615266"/>
          </a:xfrm>
          <a:prstGeom prst="rect">
            <a:avLst/>
          </a:prstGeom>
          <a:noFill/>
          <a:ln>
            <a:noFill/>
          </a:ln>
        </p:spPr>
        <p:txBody>
          <a:bodyPr anchorCtr="0" anchor="ctr" bIns="45700" lIns="91425" spcFirstLastPara="1" rIns="91425" wrap="square" tIns="45700">
            <a:normAutofit/>
          </a:bodyPr>
          <a:lstStyle>
            <a:lvl1pPr indent="-320040" lvl="0" marL="457200" algn="l">
              <a:lnSpc>
                <a:spcPct val="100000"/>
              </a:lnSpc>
              <a:spcBef>
                <a:spcPts val="360"/>
              </a:spcBef>
              <a:spcAft>
                <a:spcPts val="0"/>
              </a:spcAft>
              <a:buSzPts val="144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20039" lvl="3" marL="1828800" algn="l">
              <a:lnSpc>
                <a:spcPct val="100000"/>
              </a:lnSpc>
              <a:spcBef>
                <a:spcPts val="600"/>
              </a:spcBef>
              <a:spcAft>
                <a:spcPts val="0"/>
              </a:spcAft>
              <a:buSzPts val="1440"/>
              <a:buChar char="▶"/>
              <a:defRPr/>
            </a:lvl4pPr>
            <a:lvl5pPr indent="-320039" lvl="4" marL="2286000" algn="l">
              <a:lnSpc>
                <a:spcPct val="100000"/>
              </a:lnSpc>
              <a:spcBef>
                <a:spcPts val="600"/>
              </a:spcBef>
              <a:spcAft>
                <a:spcPts val="0"/>
              </a:spcAft>
              <a:buSzPts val="1440"/>
              <a:buChar char="▶"/>
              <a:defRPr/>
            </a:lvl5pPr>
            <a:lvl6pPr indent="-320039" lvl="5" marL="2743200" algn="l">
              <a:lnSpc>
                <a:spcPct val="100000"/>
              </a:lnSpc>
              <a:spcBef>
                <a:spcPts val="600"/>
              </a:spcBef>
              <a:spcAft>
                <a:spcPts val="0"/>
              </a:spcAft>
              <a:buSzPts val="1440"/>
              <a:buChar char="▶"/>
              <a:defRPr/>
            </a:lvl6pPr>
            <a:lvl7pPr indent="-320039" lvl="6" marL="3200400" algn="l">
              <a:lnSpc>
                <a:spcPct val="100000"/>
              </a:lnSpc>
              <a:spcBef>
                <a:spcPts val="600"/>
              </a:spcBef>
              <a:spcAft>
                <a:spcPts val="0"/>
              </a:spcAft>
              <a:buSzPts val="1440"/>
              <a:buChar char="▶"/>
              <a:defRPr/>
            </a:lvl7pPr>
            <a:lvl8pPr indent="-320040" lvl="7" marL="3657600" algn="l">
              <a:lnSpc>
                <a:spcPct val="100000"/>
              </a:lnSpc>
              <a:spcBef>
                <a:spcPts val="600"/>
              </a:spcBef>
              <a:spcAft>
                <a:spcPts val="0"/>
              </a:spcAft>
              <a:buSzPts val="1440"/>
              <a:buChar char="▶"/>
              <a:defRPr/>
            </a:lvl8pPr>
            <a:lvl9pPr indent="-320040" lvl="8" marL="4114800" algn="l">
              <a:lnSpc>
                <a:spcPct val="100000"/>
              </a:lnSpc>
              <a:spcBef>
                <a:spcPts val="600"/>
              </a:spcBef>
              <a:spcAft>
                <a:spcPts val="600"/>
              </a:spcAft>
              <a:buSzPts val="1440"/>
              <a:buChar char="▶"/>
              <a:defRPr/>
            </a:lvl9pPr>
          </a:lstStyle>
          <a:p/>
        </p:txBody>
      </p:sp>
      <p:sp>
        <p:nvSpPr>
          <p:cNvPr id="44" name="Google Shape;44;p34"/>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34"/>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4"/>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7" name="Shape 47"/>
        <p:cNvGrpSpPr/>
        <p:nvPr/>
      </p:nvGrpSpPr>
      <p:grpSpPr>
        <a:xfrm>
          <a:off x="0" y="0"/>
          <a:ext cx="0" cy="0"/>
          <a:chOff x="0" y="0"/>
          <a:chExt cx="0" cy="0"/>
        </a:xfrm>
      </p:grpSpPr>
      <p:sp>
        <p:nvSpPr>
          <p:cNvPr id="48" name="Google Shape;48;p35"/>
          <p:cNvSpPr txBox="1"/>
          <p:nvPr>
            <p:ph type="title"/>
          </p:nvPr>
        </p:nvSpPr>
        <p:spPr>
          <a:xfrm>
            <a:off x="684212" y="4487332"/>
            <a:ext cx="8534400" cy="15070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35"/>
          <p:cNvSpPr txBox="1"/>
          <p:nvPr>
            <p:ph idx="1" type="body"/>
          </p:nvPr>
        </p:nvSpPr>
        <p:spPr>
          <a:xfrm>
            <a:off x="972080" y="685800"/>
            <a:ext cx="4649787"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2240"/>
              <a:buNone/>
              <a:defRPr b="0" sz="2800">
                <a:solidFill>
                  <a:schemeClr val="lt1"/>
                </a:solidFill>
              </a:defRPr>
            </a:lvl1pPr>
            <a:lvl2pPr indent="-228600" lvl="1" marL="914400" algn="l">
              <a:lnSpc>
                <a:spcPct val="100000"/>
              </a:lnSpc>
              <a:spcBef>
                <a:spcPts val="600"/>
              </a:spcBef>
              <a:spcAft>
                <a:spcPts val="0"/>
              </a:spcAft>
              <a:buSzPts val="1600"/>
              <a:buNone/>
              <a:defRPr b="1" sz="2000"/>
            </a:lvl2pPr>
            <a:lvl3pPr indent="-228600" lvl="2" marL="1371600" algn="l">
              <a:lnSpc>
                <a:spcPct val="100000"/>
              </a:lnSpc>
              <a:spcBef>
                <a:spcPts val="600"/>
              </a:spcBef>
              <a:spcAft>
                <a:spcPts val="0"/>
              </a:spcAft>
              <a:buSzPts val="1440"/>
              <a:buNone/>
              <a:defRPr b="1" sz="1800"/>
            </a:lvl3pPr>
            <a:lvl4pPr indent="-228600" lvl="3" marL="1828800" algn="l">
              <a:lnSpc>
                <a:spcPct val="100000"/>
              </a:lnSpc>
              <a:spcBef>
                <a:spcPts val="600"/>
              </a:spcBef>
              <a:spcAft>
                <a:spcPts val="0"/>
              </a:spcAft>
              <a:buSzPts val="1280"/>
              <a:buNone/>
              <a:defRPr b="1" sz="1600"/>
            </a:lvl4pPr>
            <a:lvl5pPr indent="-228600" lvl="4" marL="2286000" algn="l">
              <a:lnSpc>
                <a:spcPct val="100000"/>
              </a:lnSpc>
              <a:spcBef>
                <a:spcPts val="600"/>
              </a:spcBef>
              <a:spcAft>
                <a:spcPts val="0"/>
              </a:spcAft>
              <a:buSzPts val="1280"/>
              <a:buNone/>
              <a:defRPr b="1" sz="1600"/>
            </a:lvl5pPr>
            <a:lvl6pPr indent="-228600" lvl="5" marL="2743200" algn="l">
              <a:lnSpc>
                <a:spcPct val="100000"/>
              </a:lnSpc>
              <a:spcBef>
                <a:spcPts val="600"/>
              </a:spcBef>
              <a:spcAft>
                <a:spcPts val="0"/>
              </a:spcAft>
              <a:buSzPts val="1280"/>
              <a:buNone/>
              <a:defRPr b="1" sz="1600"/>
            </a:lvl6pPr>
            <a:lvl7pPr indent="-228600" lvl="6" marL="3200400" algn="l">
              <a:lnSpc>
                <a:spcPct val="100000"/>
              </a:lnSpc>
              <a:spcBef>
                <a:spcPts val="600"/>
              </a:spcBef>
              <a:spcAft>
                <a:spcPts val="0"/>
              </a:spcAft>
              <a:buSzPts val="1280"/>
              <a:buNone/>
              <a:defRPr b="1" sz="1600"/>
            </a:lvl7pPr>
            <a:lvl8pPr indent="-228600" lvl="7" marL="3657600" algn="l">
              <a:lnSpc>
                <a:spcPct val="100000"/>
              </a:lnSpc>
              <a:spcBef>
                <a:spcPts val="600"/>
              </a:spcBef>
              <a:spcAft>
                <a:spcPts val="0"/>
              </a:spcAft>
              <a:buSzPts val="1280"/>
              <a:buNone/>
              <a:defRPr b="1" sz="1600"/>
            </a:lvl8pPr>
            <a:lvl9pPr indent="-228600" lvl="8" marL="4114800" algn="l">
              <a:lnSpc>
                <a:spcPct val="100000"/>
              </a:lnSpc>
              <a:spcBef>
                <a:spcPts val="600"/>
              </a:spcBef>
              <a:spcAft>
                <a:spcPts val="600"/>
              </a:spcAft>
              <a:buSzPts val="1280"/>
              <a:buNone/>
              <a:defRPr b="1" sz="1600"/>
            </a:lvl9pPr>
          </a:lstStyle>
          <a:p/>
        </p:txBody>
      </p:sp>
      <p:sp>
        <p:nvSpPr>
          <p:cNvPr id="50" name="Google Shape;50;p35"/>
          <p:cNvSpPr txBox="1"/>
          <p:nvPr>
            <p:ph idx="2" type="body"/>
          </p:nvPr>
        </p:nvSpPr>
        <p:spPr>
          <a:xfrm>
            <a:off x="684211" y="1270529"/>
            <a:ext cx="4937655" cy="303053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360"/>
              </a:spcBef>
              <a:spcAft>
                <a:spcPts val="0"/>
              </a:spcAft>
              <a:buSzPts val="144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20039" lvl="3" marL="1828800" algn="l">
              <a:lnSpc>
                <a:spcPct val="100000"/>
              </a:lnSpc>
              <a:spcBef>
                <a:spcPts val="600"/>
              </a:spcBef>
              <a:spcAft>
                <a:spcPts val="0"/>
              </a:spcAft>
              <a:buSzPts val="1440"/>
              <a:buChar char="▶"/>
              <a:defRPr/>
            </a:lvl4pPr>
            <a:lvl5pPr indent="-320039" lvl="4" marL="2286000" algn="l">
              <a:lnSpc>
                <a:spcPct val="100000"/>
              </a:lnSpc>
              <a:spcBef>
                <a:spcPts val="600"/>
              </a:spcBef>
              <a:spcAft>
                <a:spcPts val="0"/>
              </a:spcAft>
              <a:buSzPts val="1440"/>
              <a:buChar char="▶"/>
              <a:defRPr/>
            </a:lvl5pPr>
            <a:lvl6pPr indent="-320039" lvl="5" marL="2743200" algn="l">
              <a:lnSpc>
                <a:spcPct val="100000"/>
              </a:lnSpc>
              <a:spcBef>
                <a:spcPts val="600"/>
              </a:spcBef>
              <a:spcAft>
                <a:spcPts val="0"/>
              </a:spcAft>
              <a:buSzPts val="1440"/>
              <a:buChar char="▶"/>
              <a:defRPr/>
            </a:lvl6pPr>
            <a:lvl7pPr indent="-320039" lvl="6" marL="3200400" algn="l">
              <a:lnSpc>
                <a:spcPct val="100000"/>
              </a:lnSpc>
              <a:spcBef>
                <a:spcPts val="600"/>
              </a:spcBef>
              <a:spcAft>
                <a:spcPts val="0"/>
              </a:spcAft>
              <a:buSzPts val="1440"/>
              <a:buChar char="▶"/>
              <a:defRPr/>
            </a:lvl7pPr>
            <a:lvl8pPr indent="-320040" lvl="7" marL="3657600" algn="l">
              <a:lnSpc>
                <a:spcPct val="100000"/>
              </a:lnSpc>
              <a:spcBef>
                <a:spcPts val="600"/>
              </a:spcBef>
              <a:spcAft>
                <a:spcPts val="0"/>
              </a:spcAft>
              <a:buSzPts val="1440"/>
              <a:buChar char="▶"/>
              <a:defRPr/>
            </a:lvl8pPr>
            <a:lvl9pPr indent="-320040" lvl="8" marL="4114800" algn="l">
              <a:lnSpc>
                <a:spcPct val="100000"/>
              </a:lnSpc>
              <a:spcBef>
                <a:spcPts val="600"/>
              </a:spcBef>
              <a:spcAft>
                <a:spcPts val="600"/>
              </a:spcAft>
              <a:buSzPts val="1440"/>
              <a:buChar char="▶"/>
              <a:defRPr/>
            </a:lvl9pPr>
          </a:lstStyle>
          <a:p/>
        </p:txBody>
      </p:sp>
      <p:sp>
        <p:nvSpPr>
          <p:cNvPr id="51" name="Google Shape;51;p35"/>
          <p:cNvSpPr txBox="1"/>
          <p:nvPr>
            <p:ph idx="3" type="body"/>
          </p:nvPr>
        </p:nvSpPr>
        <p:spPr>
          <a:xfrm>
            <a:off x="6079066" y="685800"/>
            <a:ext cx="4665134" cy="576262"/>
          </a:xfrm>
          <a:prstGeom prst="rect">
            <a:avLst/>
          </a:prstGeom>
          <a:noFill/>
          <a:ln>
            <a:noFill/>
          </a:ln>
        </p:spPr>
        <p:txBody>
          <a:bodyPr anchorCtr="0" anchor="b" bIns="45700" lIns="91425" spcFirstLastPara="1" rIns="91425" wrap="square" tIns="45700">
            <a:noAutofit/>
          </a:bodyPr>
          <a:lstStyle>
            <a:lvl1pPr indent="-228600" lvl="0" marL="457200" algn="l">
              <a:lnSpc>
                <a:spcPct val="100000"/>
              </a:lnSpc>
              <a:spcBef>
                <a:spcPts val="560"/>
              </a:spcBef>
              <a:spcAft>
                <a:spcPts val="0"/>
              </a:spcAft>
              <a:buSzPts val="2240"/>
              <a:buNone/>
              <a:defRPr b="0" sz="2800">
                <a:solidFill>
                  <a:schemeClr val="lt1"/>
                </a:solidFill>
              </a:defRPr>
            </a:lvl1pPr>
            <a:lvl2pPr indent="-228600" lvl="1" marL="914400" algn="l">
              <a:lnSpc>
                <a:spcPct val="100000"/>
              </a:lnSpc>
              <a:spcBef>
                <a:spcPts val="600"/>
              </a:spcBef>
              <a:spcAft>
                <a:spcPts val="0"/>
              </a:spcAft>
              <a:buSzPts val="1600"/>
              <a:buNone/>
              <a:defRPr b="1" sz="2000"/>
            </a:lvl2pPr>
            <a:lvl3pPr indent="-228600" lvl="2" marL="1371600" algn="l">
              <a:lnSpc>
                <a:spcPct val="100000"/>
              </a:lnSpc>
              <a:spcBef>
                <a:spcPts val="600"/>
              </a:spcBef>
              <a:spcAft>
                <a:spcPts val="0"/>
              </a:spcAft>
              <a:buSzPts val="1440"/>
              <a:buNone/>
              <a:defRPr b="1" sz="1800"/>
            </a:lvl3pPr>
            <a:lvl4pPr indent="-228600" lvl="3" marL="1828800" algn="l">
              <a:lnSpc>
                <a:spcPct val="100000"/>
              </a:lnSpc>
              <a:spcBef>
                <a:spcPts val="600"/>
              </a:spcBef>
              <a:spcAft>
                <a:spcPts val="0"/>
              </a:spcAft>
              <a:buSzPts val="1280"/>
              <a:buNone/>
              <a:defRPr b="1" sz="1600"/>
            </a:lvl4pPr>
            <a:lvl5pPr indent="-228600" lvl="4" marL="2286000" algn="l">
              <a:lnSpc>
                <a:spcPct val="100000"/>
              </a:lnSpc>
              <a:spcBef>
                <a:spcPts val="600"/>
              </a:spcBef>
              <a:spcAft>
                <a:spcPts val="0"/>
              </a:spcAft>
              <a:buSzPts val="1280"/>
              <a:buNone/>
              <a:defRPr b="1" sz="1600"/>
            </a:lvl5pPr>
            <a:lvl6pPr indent="-228600" lvl="5" marL="2743200" algn="l">
              <a:lnSpc>
                <a:spcPct val="100000"/>
              </a:lnSpc>
              <a:spcBef>
                <a:spcPts val="600"/>
              </a:spcBef>
              <a:spcAft>
                <a:spcPts val="0"/>
              </a:spcAft>
              <a:buSzPts val="1280"/>
              <a:buNone/>
              <a:defRPr b="1" sz="1600"/>
            </a:lvl6pPr>
            <a:lvl7pPr indent="-228600" lvl="6" marL="3200400" algn="l">
              <a:lnSpc>
                <a:spcPct val="100000"/>
              </a:lnSpc>
              <a:spcBef>
                <a:spcPts val="600"/>
              </a:spcBef>
              <a:spcAft>
                <a:spcPts val="0"/>
              </a:spcAft>
              <a:buSzPts val="1280"/>
              <a:buNone/>
              <a:defRPr b="1" sz="1600"/>
            </a:lvl7pPr>
            <a:lvl8pPr indent="-228600" lvl="7" marL="3657600" algn="l">
              <a:lnSpc>
                <a:spcPct val="100000"/>
              </a:lnSpc>
              <a:spcBef>
                <a:spcPts val="600"/>
              </a:spcBef>
              <a:spcAft>
                <a:spcPts val="0"/>
              </a:spcAft>
              <a:buSzPts val="1280"/>
              <a:buNone/>
              <a:defRPr b="1" sz="1600"/>
            </a:lvl8pPr>
            <a:lvl9pPr indent="-228600" lvl="8" marL="4114800" algn="l">
              <a:lnSpc>
                <a:spcPct val="100000"/>
              </a:lnSpc>
              <a:spcBef>
                <a:spcPts val="600"/>
              </a:spcBef>
              <a:spcAft>
                <a:spcPts val="600"/>
              </a:spcAft>
              <a:buSzPts val="1280"/>
              <a:buNone/>
              <a:defRPr b="1" sz="1600"/>
            </a:lvl9pPr>
          </a:lstStyle>
          <a:p/>
        </p:txBody>
      </p:sp>
      <p:sp>
        <p:nvSpPr>
          <p:cNvPr id="52" name="Google Shape;52;p35"/>
          <p:cNvSpPr txBox="1"/>
          <p:nvPr>
            <p:ph idx="4" type="body"/>
          </p:nvPr>
        </p:nvSpPr>
        <p:spPr>
          <a:xfrm>
            <a:off x="5806545" y="1262062"/>
            <a:ext cx="4929188" cy="3030538"/>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360"/>
              </a:spcBef>
              <a:spcAft>
                <a:spcPts val="0"/>
              </a:spcAft>
              <a:buSzPts val="144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20039" lvl="3" marL="1828800" algn="l">
              <a:lnSpc>
                <a:spcPct val="100000"/>
              </a:lnSpc>
              <a:spcBef>
                <a:spcPts val="600"/>
              </a:spcBef>
              <a:spcAft>
                <a:spcPts val="0"/>
              </a:spcAft>
              <a:buSzPts val="1440"/>
              <a:buChar char="▶"/>
              <a:defRPr/>
            </a:lvl4pPr>
            <a:lvl5pPr indent="-320039" lvl="4" marL="2286000" algn="l">
              <a:lnSpc>
                <a:spcPct val="100000"/>
              </a:lnSpc>
              <a:spcBef>
                <a:spcPts val="600"/>
              </a:spcBef>
              <a:spcAft>
                <a:spcPts val="0"/>
              </a:spcAft>
              <a:buSzPts val="1440"/>
              <a:buChar char="▶"/>
              <a:defRPr/>
            </a:lvl5pPr>
            <a:lvl6pPr indent="-320039" lvl="5" marL="2743200" algn="l">
              <a:lnSpc>
                <a:spcPct val="100000"/>
              </a:lnSpc>
              <a:spcBef>
                <a:spcPts val="600"/>
              </a:spcBef>
              <a:spcAft>
                <a:spcPts val="0"/>
              </a:spcAft>
              <a:buSzPts val="1440"/>
              <a:buChar char="▶"/>
              <a:defRPr/>
            </a:lvl6pPr>
            <a:lvl7pPr indent="-320039" lvl="6" marL="3200400" algn="l">
              <a:lnSpc>
                <a:spcPct val="100000"/>
              </a:lnSpc>
              <a:spcBef>
                <a:spcPts val="600"/>
              </a:spcBef>
              <a:spcAft>
                <a:spcPts val="0"/>
              </a:spcAft>
              <a:buSzPts val="1440"/>
              <a:buChar char="▶"/>
              <a:defRPr/>
            </a:lvl7pPr>
            <a:lvl8pPr indent="-320040" lvl="7" marL="3657600" algn="l">
              <a:lnSpc>
                <a:spcPct val="100000"/>
              </a:lnSpc>
              <a:spcBef>
                <a:spcPts val="600"/>
              </a:spcBef>
              <a:spcAft>
                <a:spcPts val="0"/>
              </a:spcAft>
              <a:buSzPts val="1440"/>
              <a:buChar char="▶"/>
              <a:defRPr/>
            </a:lvl8pPr>
            <a:lvl9pPr indent="-320040" lvl="8" marL="4114800" algn="l">
              <a:lnSpc>
                <a:spcPct val="100000"/>
              </a:lnSpc>
              <a:spcBef>
                <a:spcPts val="600"/>
              </a:spcBef>
              <a:spcAft>
                <a:spcPts val="600"/>
              </a:spcAft>
              <a:buSzPts val="1440"/>
              <a:buChar char="▶"/>
              <a:defRPr/>
            </a:lvl9pPr>
          </a:lstStyle>
          <a:p/>
        </p:txBody>
      </p:sp>
      <p:sp>
        <p:nvSpPr>
          <p:cNvPr id="53" name="Google Shape;53;p35"/>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35"/>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5"/>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56" name="Shape 56"/>
        <p:cNvGrpSpPr/>
        <p:nvPr/>
      </p:nvGrpSpPr>
      <p:grpSpPr>
        <a:xfrm>
          <a:off x="0" y="0"/>
          <a:ext cx="0" cy="0"/>
          <a:chOff x="0" y="0"/>
          <a:chExt cx="0" cy="0"/>
        </a:xfrm>
      </p:grpSpPr>
      <p:sp>
        <p:nvSpPr>
          <p:cNvPr id="57" name="Google Shape;57;p36"/>
          <p:cNvSpPr txBox="1"/>
          <p:nvPr>
            <p:ph type="title"/>
          </p:nvPr>
        </p:nvSpPr>
        <p:spPr>
          <a:xfrm>
            <a:off x="684212" y="4487332"/>
            <a:ext cx="8534400" cy="15070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36"/>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36"/>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6"/>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61" name="Shape 61"/>
        <p:cNvGrpSpPr/>
        <p:nvPr/>
      </p:nvGrpSpPr>
      <p:grpSpPr>
        <a:xfrm>
          <a:off x="0" y="0"/>
          <a:ext cx="0" cy="0"/>
          <a:chOff x="0" y="0"/>
          <a:chExt cx="0" cy="0"/>
        </a:xfrm>
      </p:grpSpPr>
      <p:sp>
        <p:nvSpPr>
          <p:cNvPr id="62" name="Google Shape;62;p37"/>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7"/>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7"/>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65" name="Shape 65"/>
        <p:cNvGrpSpPr/>
        <p:nvPr/>
      </p:nvGrpSpPr>
      <p:grpSpPr>
        <a:xfrm>
          <a:off x="0" y="0"/>
          <a:ext cx="0" cy="0"/>
          <a:chOff x="0" y="0"/>
          <a:chExt cx="0" cy="0"/>
        </a:xfrm>
      </p:grpSpPr>
      <p:sp>
        <p:nvSpPr>
          <p:cNvPr id="66" name="Google Shape;66;p38"/>
          <p:cNvSpPr txBox="1"/>
          <p:nvPr>
            <p:ph type="title"/>
          </p:nvPr>
        </p:nvSpPr>
        <p:spPr>
          <a:xfrm>
            <a:off x="7085012" y="685800"/>
            <a:ext cx="3657600" cy="13716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400"/>
              <a:buFont typeface="Century Gothic"/>
              <a:buNone/>
              <a:defRPr b="0"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8"/>
          <p:cNvSpPr txBox="1"/>
          <p:nvPr>
            <p:ph idx="1" type="body"/>
          </p:nvPr>
        </p:nvSpPr>
        <p:spPr>
          <a:xfrm>
            <a:off x="684212" y="685800"/>
            <a:ext cx="5943601" cy="5308600"/>
          </a:xfrm>
          <a:prstGeom prst="rect">
            <a:avLst/>
          </a:prstGeom>
          <a:noFill/>
          <a:ln>
            <a:noFill/>
          </a:ln>
        </p:spPr>
        <p:txBody>
          <a:bodyPr anchorCtr="0" anchor="ctr" bIns="45700" lIns="91425" spcFirstLastPara="1" rIns="91425" wrap="square" tIns="45700">
            <a:normAutofit/>
          </a:bodyPr>
          <a:lstStyle>
            <a:lvl1pPr indent="-320040" lvl="0" marL="457200" algn="l">
              <a:lnSpc>
                <a:spcPct val="100000"/>
              </a:lnSpc>
              <a:spcBef>
                <a:spcPts val="360"/>
              </a:spcBef>
              <a:spcAft>
                <a:spcPts val="0"/>
              </a:spcAft>
              <a:buSzPts val="144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20039" lvl="3" marL="1828800" algn="l">
              <a:lnSpc>
                <a:spcPct val="100000"/>
              </a:lnSpc>
              <a:spcBef>
                <a:spcPts val="600"/>
              </a:spcBef>
              <a:spcAft>
                <a:spcPts val="0"/>
              </a:spcAft>
              <a:buSzPts val="1440"/>
              <a:buChar char="▶"/>
              <a:defRPr/>
            </a:lvl4pPr>
            <a:lvl5pPr indent="-320039" lvl="4" marL="2286000" algn="l">
              <a:lnSpc>
                <a:spcPct val="100000"/>
              </a:lnSpc>
              <a:spcBef>
                <a:spcPts val="600"/>
              </a:spcBef>
              <a:spcAft>
                <a:spcPts val="0"/>
              </a:spcAft>
              <a:buSzPts val="1440"/>
              <a:buChar char="▶"/>
              <a:defRPr/>
            </a:lvl5pPr>
            <a:lvl6pPr indent="-320039" lvl="5" marL="2743200" algn="l">
              <a:lnSpc>
                <a:spcPct val="100000"/>
              </a:lnSpc>
              <a:spcBef>
                <a:spcPts val="600"/>
              </a:spcBef>
              <a:spcAft>
                <a:spcPts val="0"/>
              </a:spcAft>
              <a:buSzPts val="1440"/>
              <a:buChar char="▶"/>
              <a:defRPr/>
            </a:lvl6pPr>
            <a:lvl7pPr indent="-320039" lvl="6" marL="3200400" algn="l">
              <a:lnSpc>
                <a:spcPct val="100000"/>
              </a:lnSpc>
              <a:spcBef>
                <a:spcPts val="600"/>
              </a:spcBef>
              <a:spcAft>
                <a:spcPts val="0"/>
              </a:spcAft>
              <a:buSzPts val="1440"/>
              <a:buChar char="▶"/>
              <a:defRPr/>
            </a:lvl7pPr>
            <a:lvl8pPr indent="-320040" lvl="7" marL="3657600" algn="l">
              <a:lnSpc>
                <a:spcPct val="100000"/>
              </a:lnSpc>
              <a:spcBef>
                <a:spcPts val="600"/>
              </a:spcBef>
              <a:spcAft>
                <a:spcPts val="0"/>
              </a:spcAft>
              <a:buSzPts val="1440"/>
              <a:buChar char="▶"/>
              <a:defRPr/>
            </a:lvl8pPr>
            <a:lvl9pPr indent="-320040" lvl="8" marL="4114800" algn="l">
              <a:lnSpc>
                <a:spcPct val="100000"/>
              </a:lnSpc>
              <a:spcBef>
                <a:spcPts val="600"/>
              </a:spcBef>
              <a:spcAft>
                <a:spcPts val="600"/>
              </a:spcAft>
              <a:buSzPts val="1440"/>
              <a:buChar char="▶"/>
              <a:defRPr/>
            </a:lvl9pPr>
          </a:lstStyle>
          <a:p/>
        </p:txBody>
      </p:sp>
      <p:sp>
        <p:nvSpPr>
          <p:cNvPr id="68" name="Google Shape;68;p38"/>
          <p:cNvSpPr txBox="1"/>
          <p:nvPr>
            <p:ph idx="2" type="body"/>
          </p:nvPr>
        </p:nvSpPr>
        <p:spPr>
          <a:xfrm>
            <a:off x="7085012" y="2209799"/>
            <a:ext cx="3657600" cy="209126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SzPts val="1280"/>
              <a:buNone/>
              <a:defRPr sz="1600"/>
            </a:lvl1pPr>
            <a:lvl2pPr indent="-228600" lvl="1" marL="914400" algn="l">
              <a:lnSpc>
                <a:spcPct val="100000"/>
              </a:lnSpc>
              <a:spcBef>
                <a:spcPts val="600"/>
              </a:spcBef>
              <a:spcAft>
                <a:spcPts val="0"/>
              </a:spcAft>
              <a:buSzPts val="960"/>
              <a:buNone/>
              <a:defRPr sz="1200"/>
            </a:lvl2pPr>
            <a:lvl3pPr indent="-228600" lvl="2" marL="1371600" algn="l">
              <a:lnSpc>
                <a:spcPct val="100000"/>
              </a:lnSpc>
              <a:spcBef>
                <a:spcPts val="600"/>
              </a:spcBef>
              <a:spcAft>
                <a:spcPts val="0"/>
              </a:spcAft>
              <a:buSzPts val="800"/>
              <a:buNone/>
              <a:defRPr sz="1000"/>
            </a:lvl3pPr>
            <a:lvl4pPr indent="-228600" lvl="3" marL="1828800" algn="l">
              <a:lnSpc>
                <a:spcPct val="100000"/>
              </a:lnSpc>
              <a:spcBef>
                <a:spcPts val="600"/>
              </a:spcBef>
              <a:spcAft>
                <a:spcPts val="0"/>
              </a:spcAft>
              <a:buSzPts val="720"/>
              <a:buNone/>
              <a:defRPr sz="900"/>
            </a:lvl4pPr>
            <a:lvl5pPr indent="-228600" lvl="4" marL="2286000" algn="l">
              <a:lnSpc>
                <a:spcPct val="100000"/>
              </a:lnSpc>
              <a:spcBef>
                <a:spcPts val="600"/>
              </a:spcBef>
              <a:spcAft>
                <a:spcPts val="0"/>
              </a:spcAft>
              <a:buSzPts val="720"/>
              <a:buNone/>
              <a:defRPr sz="900"/>
            </a:lvl5pPr>
            <a:lvl6pPr indent="-228600" lvl="5" marL="2743200" algn="l">
              <a:lnSpc>
                <a:spcPct val="100000"/>
              </a:lnSpc>
              <a:spcBef>
                <a:spcPts val="600"/>
              </a:spcBef>
              <a:spcAft>
                <a:spcPts val="0"/>
              </a:spcAft>
              <a:buSzPts val="720"/>
              <a:buNone/>
              <a:defRPr sz="900"/>
            </a:lvl6pPr>
            <a:lvl7pPr indent="-228600" lvl="6" marL="3200400" algn="l">
              <a:lnSpc>
                <a:spcPct val="100000"/>
              </a:lnSpc>
              <a:spcBef>
                <a:spcPts val="600"/>
              </a:spcBef>
              <a:spcAft>
                <a:spcPts val="0"/>
              </a:spcAft>
              <a:buSzPts val="720"/>
              <a:buNone/>
              <a:defRPr sz="900"/>
            </a:lvl7pPr>
            <a:lvl8pPr indent="-228600" lvl="7" marL="3657600" algn="l">
              <a:lnSpc>
                <a:spcPct val="100000"/>
              </a:lnSpc>
              <a:spcBef>
                <a:spcPts val="600"/>
              </a:spcBef>
              <a:spcAft>
                <a:spcPts val="0"/>
              </a:spcAft>
              <a:buSzPts val="720"/>
              <a:buNone/>
              <a:defRPr sz="900"/>
            </a:lvl8pPr>
            <a:lvl9pPr indent="-228600" lvl="8" marL="4114800" algn="l">
              <a:lnSpc>
                <a:spcPct val="100000"/>
              </a:lnSpc>
              <a:spcBef>
                <a:spcPts val="600"/>
              </a:spcBef>
              <a:spcAft>
                <a:spcPts val="600"/>
              </a:spcAft>
              <a:buSzPts val="720"/>
              <a:buNone/>
              <a:defRPr sz="900"/>
            </a:lvl9pPr>
          </a:lstStyle>
          <a:p/>
        </p:txBody>
      </p:sp>
      <p:sp>
        <p:nvSpPr>
          <p:cNvPr id="69" name="Google Shape;69;p38"/>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8"/>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8"/>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72" name="Shape 72"/>
        <p:cNvGrpSpPr/>
        <p:nvPr/>
      </p:nvGrpSpPr>
      <p:grpSpPr>
        <a:xfrm>
          <a:off x="0" y="0"/>
          <a:ext cx="0" cy="0"/>
          <a:chOff x="0" y="0"/>
          <a:chExt cx="0" cy="0"/>
        </a:xfrm>
      </p:grpSpPr>
      <p:sp>
        <p:nvSpPr>
          <p:cNvPr id="73" name="Google Shape;73;p39"/>
          <p:cNvSpPr txBox="1"/>
          <p:nvPr>
            <p:ph type="title"/>
          </p:nvPr>
        </p:nvSpPr>
        <p:spPr>
          <a:xfrm>
            <a:off x="4722812" y="1447800"/>
            <a:ext cx="6019800" cy="11430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2800"/>
              <a:buFont typeface="Century Gothic"/>
              <a:buNone/>
              <a:defRPr b="0" sz="28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9"/>
          <p:cNvSpPr/>
          <p:nvPr>
            <p:ph idx="2" type="pic"/>
          </p:nvPr>
        </p:nvSpPr>
        <p:spPr>
          <a:xfrm>
            <a:off x="989012" y="914400"/>
            <a:ext cx="3280974" cy="4572000"/>
          </a:xfrm>
          <a:prstGeom prst="snip2DiagRect">
            <a:avLst>
              <a:gd fmla="val 10815" name="adj1"/>
              <a:gd fmla="val 0" name="adj2"/>
            </a:avLst>
          </a:prstGeom>
          <a:noFill/>
          <a:ln cap="flat" cmpd="sng" w="15875">
            <a:solidFill>
              <a:schemeClr val="lt1">
                <a:alpha val="40000"/>
              </a:schemeClr>
            </a:solidFill>
            <a:prstDash val="solid"/>
            <a:round/>
            <a:headEnd len="sm" w="sm" type="none"/>
            <a:tailEnd len="sm" w="sm" type="none"/>
          </a:ln>
        </p:spPr>
        <p:txBody>
          <a:bodyPr anchorCtr="0" anchor="t" bIns="45700" lIns="91425" spcFirstLastPara="1" rIns="91425" wrap="square" tIns="45700">
            <a:normAutofit/>
          </a:bodyPr>
          <a:lstStyle>
            <a:lvl1pPr lvl="0" marR="0" rtl="0" algn="ctr">
              <a:lnSpc>
                <a:spcPct val="100000"/>
              </a:lnSpc>
              <a:spcBef>
                <a:spcPts val="32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1pPr>
            <a:lvl2pPr lvl="1" marR="0" rtl="0" algn="l">
              <a:lnSpc>
                <a:spcPct val="100000"/>
              </a:lnSpc>
              <a:spcBef>
                <a:spcPts val="60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2pPr>
            <a:lvl3pPr lvl="2" marR="0" rtl="0" algn="l">
              <a:lnSpc>
                <a:spcPct val="100000"/>
              </a:lnSpc>
              <a:spcBef>
                <a:spcPts val="60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3pPr>
            <a:lvl4pPr lvl="3" marR="0" rtl="0" algn="l">
              <a:lnSpc>
                <a:spcPct val="100000"/>
              </a:lnSpc>
              <a:spcBef>
                <a:spcPts val="60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4pPr>
            <a:lvl5pPr lvl="4" marR="0" rtl="0" algn="l">
              <a:lnSpc>
                <a:spcPct val="100000"/>
              </a:lnSpc>
              <a:spcBef>
                <a:spcPts val="60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5pPr>
            <a:lvl6pPr lvl="5" marR="0" rtl="0" algn="l">
              <a:lnSpc>
                <a:spcPct val="100000"/>
              </a:lnSpc>
              <a:spcBef>
                <a:spcPts val="60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6pPr>
            <a:lvl7pPr lvl="6" marR="0" rtl="0" algn="l">
              <a:lnSpc>
                <a:spcPct val="100000"/>
              </a:lnSpc>
              <a:spcBef>
                <a:spcPts val="60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7pPr>
            <a:lvl8pPr lvl="7" marR="0" rtl="0" algn="l">
              <a:lnSpc>
                <a:spcPct val="100000"/>
              </a:lnSpc>
              <a:spcBef>
                <a:spcPts val="60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8pPr>
            <a:lvl9pPr lvl="8" marR="0" rtl="0" algn="l">
              <a:lnSpc>
                <a:spcPct val="100000"/>
              </a:lnSpc>
              <a:spcBef>
                <a:spcPts val="600"/>
              </a:spcBef>
              <a:spcAft>
                <a:spcPts val="60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9pPr>
          </a:lstStyle>
          <a:p/>
        </p:txBody>
      </p:sp>
      <p:sp>
        <p:nvSpPr>
          <p:cNvPr id="75" name="Google Shape;75;p39"/>
          <p:cNvSpPr txBox="1"/>
          <p:nvPr>
            <p:ph idx="1" type="body"/>
          </p:nvPr>
        </p:nvSpPr>
        <p:spPr>
          <a:xfrm>
            <a:off x="4722812" y="2777066"/>
            <a:ext cx="6021388" cy="204893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440"/>
              <a:buNone/>
              <a:defRPr sz="1800"/>
            </a:lvl1pPr>
            <a:lvl2pPr indent="-228600" lvl="1" marL="914400" algn="l">
              <a:lnSpc>
                <a:spcPct val="100000"/>
              </a:lnSpc>
              <a:spcBef>
                <a:spcPts val="600"/>
              </a:spcBef>
              <a:spcAft>
                <a:spcPts val="0"/>
              </a:spcAft>
              <a:buSzPts val="960"/>
              <a:buNone/>
              <a:defRPr sz="1200"/>
            </a:lvl2pPr>
            <a:lvl3pPr indent="-228600" lvl="2" marL="1371600" algn="l">
              <a:lnSpc>
                <a:spcPct val="100000"/>
              </a:lnSpc>
              <a:spcBef>
                <a:spcPts val="600"/>
              </a:spcBef>
              <a:spcAft>
                <a:spcPts val="0"/>
              </a:spcAft>
              <a:buSzPts val="800"/>
              <a:buNone/>
              <a:defRPr sz="1000"/>
            </a:lvl3pPr>
            <a:lvl4pPr indent="-228600" lvl="3" marL="1828800" algn="l">
              <a:lnSpc>
                <a:spcPct val="100000"/>
              </a:lnSpc>
              <a:spcBef>
                <a:spcPts val="600"/>
              </a:spcBef>
              <a:spcAft>
                <a:spcPts val="0"/>
              </a:spcAft>
              <a:buSzPts val="720"/>
              <a:buNone/>
              <a:defRPr sz="900"/>
            </a:lvl4pPr>
            <a:lvl5pPr indent="-228600" lvl="4" marL="2286000" algn="l">
              <a:lnSpc>
                <a:spcPct val="100000"/>
              </a:lnSpc>
              <a:spcBef>
                <a:spcPts val="600"/>
              </a:spcBef>
              <a:spcAft>
                <a:spcPts val="0"/>
              </a:spcAft>
              <a:buSzPts val="720"/>
              <a:buNone/>
              <a:defRPr sz="900"/>
            </a:lvl5pPr>
            <a:lvl6pPr indent="-228600" lvl="5" marL="2743200" algn="l">
              <a:lnSpc>
                <a:spcPct val="100000"/>
              </a:lnSpc>
              <a:spcBef>
                <a:spcPts val="600"/>
              </a:spcBef>
              <a:spcAft>
                <a:spcPts val="0"/>
              </a:spcAft>
              <a:buSzPts val="720"/>
              <a:buNone/>
              <a:defRPr sz="900"/>
            </a:lvl6pPr>
            <a:lvl7pPr indent="-228600" lvl="6" marL="3200400" algn="l">
              <a:lnSpc>
                <a:spcPct val="100000"/>
              </a:lnSpc>
              <a:spcBef>
                <a:spcPts val="600"/>
              </a:spcBef>
              <a:spcAft>
                <a:spcPts val="0"/>
              </a:spcAft>
              <a:buSzPts val="720"/>
              <a:buNone/>
              <a:defRPr sz="900"/>
            </a:lvl7pPr>
            <a:lvl8pPr indent="-228600" lvl="7" marL="3657600" algn="l">
              <a:lnSpc>
                <a:spcPct val="100000"/>
              </a:lnSpc>
              <a:spcBef>
                <a:spcPts val="600"/>
              </a:spcBef>
              <a:spcAft>
                <a:spcPts val="0"/>
              </a:spcAft>
              <a:buSzPts val="720"/>
              <a:buNone/>
              <a:defRPr sz="900"/>
            </a:lvl8pPr>
            <a:lvl9pPr indent="-228600" lvl="8" marL="4114800" algn="l">
              <a:lnSpc>
                <a:spcPct val="100000"/>
              </a:lnSpc>
              <a:spcBef>
                <a:spcPts val="600"/>
              </a:spcBef>
              <a:spcAft>
                <a:spcPts val="600"/>
              </a:spcAft>
              <a:buSzPts val="720"/>
              <a:buNone/>
              <a:defRPr sz="900"/>
            </a:lvl9pPr>
          </a:lstStyle>
          <a:p/>
        </p:txBody>
      </p:sp>
      <p:sp>
        <p:nvSpPr>
          <p:cNvPr id="76" name="Google Shape;76;p39"/>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9"/>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9"/>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panorámica con descripción">
  <p:cSld name="Imagen panorámica con descripción">
    <p:spTree>
      <p:nvGrpSpPr>
        <p:cNvPr id="79" name="Shape 79"/>
        <p:cNvGrpSpPr/>
        <p:nvPr/>
      </p:nvGrpSpPr>
      <p:grpSpPr>
        <a:xfrm>
          <a:off x="0" y="0"/>
          <a:ext cx="0" cy="0"/>
          <a:chOff x="0" y="0"/>
          <a:chExt cx="0" cy="0"/>
        </a:xfrm>
      </p:grpSpPr>
      <p:sp>
        <p:nvSpPr>
          <p:cNvPr id="80" name="Google Shape;80;p40"/>
          <p:cNvSpPr txBox="1"/>
          <p:nvPr>
            <p:ph type="title"/>
          </p:nvPr>
        </p:nvSpPr>
        <p:spPr>
          <a:xfrm>
            <a:off x="684212" y="4487332"/>
            <a:ext cx="8534400" cy="15070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40"/>
          <p:cNvSpPr/>
          <p:nvPr>
            <p:ph idx="2" type="pic"/>
          </p:nvPr>
        </p:nvSpPr>
        <p:spPr>
          <a:xfrm>
            <a:off x="685800" y="533400"/>
            <a:ext cx="10818812" cy="3124200"/>
          </a:xfrm>
          <a:prstGeom prst="snip2DiagRect">
            <a:avLst>
              <a:gd fmla="val 10815" name="adj1"/>
              <a:gd fmla="val 0" name="adj2"/>
            </a:avLst>
          </a:prstGeom>
          <a:noFill/>
          <a:ln cap="flat" cmpd="sng" w="15875">
            <a:solidFill>
              <a:schemeClr val="lt1">
                <a:alpha val="40000"/>
              </a:schemeClr>
            </a:solidFill>
            <a:prstDash val="solid"/>
            <a:round/>
            <a:headEnd len="sm" w="sm" type="none"/>
            <a:tailEnd len="sm" w="sm" type="none"/>
          </a:ln>
        </p:spPr>
        <p:txBody>
          <a:bodyPr anchorCtr="0" anchor="t" bIns="45700" lIns="91425" spcFirstLastPara="1" rIns="91425" wrap="square" tIns="45700">
            <a:normAutofit/>
          </a:bodyPr>
          <a:lstStyle>
            <a:lvl1pPr lvl="0" marR="0" rtl="0" algn="ctr">
              <a:lnSpc>
                <a:spcPct val="100000"/>
              </a:lnSpc>
              <a:spcBef>
                <a:spcPts val="32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1pPr>
            <a:lvl2pPr lvl="1" marR="0" rtl="0" algn="l">
              <a:lnSpc>
                <a:spcPct val="100000"/>
              </a:lnSpc>
              <a:spcBef>
                <a:spcPts val="60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2pPr>
            <a:lvl3pPr lvl="2" marR="0" rtl="0" algn="l">
              <a:lnSpc>
                <a:spcPct val="100000"/>
              </a:lnSpc>
              <a:spcBef>
                <a:spcPts val="60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3pPr>
            <a:lvl4pPr lvl="3" marR="0" rtl="0" algn="l">
              <a:lnSpc>
                <a:spcPct val="100000"/>
              </a:lnSpc>
              <a:spcBef>
                <a:spcPts val="60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4pPr>
            <a:lvl5pPr lvl="4" marR="0" rtl="0" algn="l">
              <a:lnSpc>
                <a:spcPct val="100000"/>
              </a:lnSpc>
              <a:spcBef>
                <a:spcPts val="60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5pPr>
            <a:lvl6pPr lvl="5" marR="0" rtl="0" algn="l">
              <a:lnSpc>
                <a:spcPct val="100000"/>
              </a:lnSpc>
              <a:spcBef>
                <a:spcPts val="60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6pPr>
            <a:lvl7pPr lvl="6" marR="0" rtl="0" algn="l">
              <a:lnSpc>
                <a:spcPct val="100000"/>
              </a:lnSpc>
              <a:spcBef>
                <a:spcPts val="60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7pPr>
            <a:lvl8pPr lvl="7" marR="0" rtl="0" algn="l">
              <a:lnSpc>
                <a:spcPct val="100000"/>
              </a:lnSpc>
              <a:spcBef>
                <a:spcPts val="600"/>
              </a:spcBef>
              <a:spcAft>
                <a:spcPts val="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8pPr>
            <a:lvl9pPr lvl="8" marR="0" rtl="0" algn="l">
              <a:lnSpc>
                <a:spcPct val="100000"/>
              </a:lnSpc>
              <a:spcBef>
                <a:spcPts val="600"/>
              </a:spcBef>
              <a:spcAft>
                <a:spcPts val="600"/>
              </a:spcAft>
              <a:buClr>
                <a:schemeClr val="lt1"/>
              </a:buClr>
              <a:buSzPts val="1280"/>
              <a:buFont typeface="Noto Sans Symbols"/>
              <a:buNone/>
              <a:defRPr b="0" i="0" sz="1600" u="none" cap="none" strike="noStrike">
                <a:solidFill>
                  <a:srgbClr val="0F486F"/>
                </a:solidFill>
                <a:latin typeface="Century Gothic"/>
                <a:ea typeface="Century Gothic"/>
                <a:cs typeface="Century Gothic"/>
                <a:sym typeface="Century Gothic"/>
              </a:defRPr>
            </a:lvl9pPr>
          </a:lstStyle>
          <a:p/>
        </p:txBody>
      </p:sp>
      <p:sp>
        <p:nvSpPr>
          <p:cNvPr id="82" name="Google Shape;82;p40"/>
          <p:cNvSpPr txBox="1"/>
          <p:nvPr>
            <p:ph idx="1" type="body"/>
          </p:nvPr>
        </p:nvSpPr>
        <p:spPr>
          <a:xfrm>
            <a:off x="914402" y="3843867"/>
            <a:ext cx="8304210" cy="4572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20"/>
              </a:spcBef>
              <a:spcAft>
                <a:spcPts val="0"/>
              </a:spcAft>
              <a:buSzPts val="1280"/>
              <a:buFont typeface="Century Gothic"/>
              <a:buNone/>
              <a:defRPr sz="1600"/>
            </a:lvl1pPr>
            <a:lvl2pPr indent="-228600" lvl="1" marL="914400" algn="l">
              <a:lnSpc>
                <a:spcPct val="100000"/>
              </a:lnSpc>
              <a:spcBef>
                <a:spcPts val="600"/>
              </a:spcBef>
              <a:spcAft>
                <a:spcPts val="0"/>
              </a:spcAft>
              <a:buSzPts val="1440"/>
              <a:buFont typeface="Century Gothic"/>
              <a:buNone/>
              <a:defRPr/>
            </a:lvl2pPr>
            <a:lvl3pPr indent="-228600" lvl="2" marL="1371600" algn="l">
              <a:lnSpc>
                <a:spcPct val="100000"/>
              </a:lnSpc>
              <a:spcBef>
                <a:spcPts val="600"/>
              </a:spcBef>
              <a:spcAft>
                <a:spcPts val="0"/>
              </a:spcAft>
              <a:buSzPts val="1280"/>
              <a:buFont typeface="Century Gothic"/>
              <a:buNone/>
              <a:defRPr/>
            </a:lvl3pPr>
            <a:lvl4pPr indent="-228600" lvl="3" marL="1828800" algn="l">
              <a:lnSpc>
                <a:spcPct val="100000"/>
              </a:lnSpc>
              <a:spcBef>
                <a:spcPts val="600"/>
              </a:spcBef>
              <a:spcAft>
                <a:spcPts val="0"/>
              </a:spcAft>
              <a:buSzPts val="1120"/>
              <a:buFont typeface="Century Gothic"/>
              <a:buNone/>
              <a:defRPr/>
            </a:lvl4pPr>
            <a:lvl5pPr indent="-228600" lvl="4" marL="2286000" algn="l">
              <a:lnSpc>
                <a:spcPct val="100000"/>
              </a:lnSpc>
              <a:spcBef>
                <a:spcPts val="600"/>
              </a:spcBef>
              <a:spcAft>
                <a:spcPts val="0"/>
              </a:spcAft>
              <a:buSzPts val="1120"/>
              <a:buFont typeface="Century Gothic"/>
              <a:buNone/>
              <a:defRPr/>
            </a:lvl5pPr>
            <a:lvl6pPr indent="-320039" lvl="5" marL="2743200" algn="l">
              <a:lnSpc>
                <a:spcPct val="100000"/>
              </a:lnSpc>
              <a:spcBef>
                <a:spcPts val="600"/>
              </a:spcBef>
              <a:spcAft>
                <a:spcPts val="0"/>
              </a:spcAft>
              <a:buSzPts val="1440"/>
              <a:buChar char="▶"/>
              <a:defRPr/>
            </a:lvl6pPr>
            <a:lvl7pPr indent="-320039" lvl="6" marL="3200400" algn="l">
              <a:lnSpc>
                <a:spcPct val="100000"/>
              </a:lnSpc>
              <a:spcBef>
                <a:spcPts val="600"/>
              </a:spcBef>
              <a:spcAft>
                <a:spcPts val="0"/>
              </a:spcAft>
              <a:buSzPts val="1440"/>
              <a:buChar char="▶"/>
              <a:defRPr/>
            </a:lvl7pPr>
            <a:lvl8pPr indent="-320040" lvl="7" marL="3657600" algn="l">
              <a:lnSpc>
                <a:spcPct val="100000"/>
              </a:lnSpc>
              <a:spcBef>
                <a:spcPts val="600"/>
              </a:spcBef>
              <a:spcAft>
                <a:spcPts val="0"/>
              </a:spcAft>
              <a:buSzPts val="1440"/>
              <a:buChar char="▶"/>
              <a:defRPr/>
            </a:lvl8pPr>
            <a:lvl9pPr indent="-320040" lvl="8" marL="4114800" algn="l">
              <a:lnSpc>
                <a:spcPct val="100000"/>
              </a:lnSpc>
              <a:spcBef>
                <a:spcPts val="600"/>
              </a:spcBef>
              <a:spcAft>
                <a:spcPts val="600"/>
              </a:spcAft>
              <a:buSzPts val="1440"/>
              <a:buChar char="▶"/>
              <a:defRPr/>
            </a:lvl9pPr>
          </a:lstStyle>
          <a:p/>
        </p:txBody>
      </p:sp>
      <p:sp>
        <p:nvSpPr>
          <p:cNvPr id="83" name="Google Shape;83;p40"/>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40"/>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40"/>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descripción">
  <p:cSld name="Título y descripción">
    <p:spTree>
      <p:nvGrpSpPr>
        <p:cNvPr id="86" name="Shape 86"/>
        <p:cNvGrpSpPr/>
        <p:nvPr/>
      </p:nvGrpSpPr>
      <p:grpSpPr>
        <a:xfrm>
          <a:off x="0" y="0"/>
          <a:ext cx="0" cy="0"/>
          <a:chOff x="0" y="0"/>
          <a:chExt cx="0" cy="0"/>
        </a:xfrm>
      </p:grpSpPr>
      <p:sp>
        <p:nvSpPr>
          <p:cNvPr id="87" name="Google Shape;87;p41"/>
          <p:cNvSpPr txBox="1"/>
          <p:nvPr>
            <p:ph type="title"/>
          </p:nvPr>
        </p:nvSpPr>
        <p:spPr>
          <a:xfrm>
            <a:off x="684213" y="685800"/>
            <a:ext cx="10058400" cy="2743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entury Gothic"/>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41"/>
          <p:cNvSpPr txBox="1"/>
          <p:nvPr>
            <p:ph idx="1" type="body"/>
          </p:nvPr>
        </p:nvSpPr>
        <p:spPr>
          <a:xfrm>
            <a:off x="684212" y="4114800"/>
            <a:ext cx="8535988" cy="18796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400"/>
              </a:spcBef>
              <a:spcAft>
                <a:spcPts val="0"/>
              </a:spcAft>
              <a:buSzPts val="1600"/>
              <a:buNone/>
              <a:defRPr sz="2000">
                <a:solidFill>
                  <a:srgbClr val="0F486F"/>
                </a:solidFill>
              </a:defRPr>
            </a:lvl1pPr>
            <a:lvl2pPr indent="-228600" lvl="1" marL="914400" algn="l">
              <a:lnSpc>
                <a:spcPct val="100000"/>
              </a:lnSpc>
              <a:spcBef>
                <a:spcPts val="600"/>
              </a:spcBef>
              <a:spcAft>
                <a:spcPts val="0"/>
              </a:spcAft>
              <a:buSzPts val="1440"/>
              <a:buNone/>
              <a:defRPr sz="1800">
                <a:solidFill>
                  <a:schemeClr val="lt1"/>
                </a:solidFill>
              </a:defRPr>
            </a:lvl2pPr>
            <a:lvl3pPr indent="-228600" lvl="2" marL="1371600" algn="l">
              <a:lnSpc>
                <a:spcPct val="100000"/>
              </a:lnSpc>
              <a:spcBef>
                <a:spcPts val="600"/>
              </a:spcBef>
              <a:spcAft>
                <a:spcPts val="0"/>
              </a:spcAft>
              <a:buSzPts val="1280"/>
              <a:buNone/>
              <a:defRPr sz="1600">
                <a:solidFill>
                  <a:schemeClr val="lt1"/>
                </a:solidFill>
              </a:defRPr>
            </a:lvl3pPr>
            <a:lvl4pPr indent="-228600" lvl="3" marL="1828800" algn="l">
              <a:lnSpc>
                <a:spcPct val="100000"/>
              </a:lnSpc>
              <a:spcBef>
                <a:spcPts val="600"/>
              </a:spcBef>
              <a:spcAft>
                <a:spcPts val="0"/>
              </a:spcAft>
              <a:buSzPts val="1120"/>
              <a:buNone/>
              <a:defRPr sz="1400">
                <a:solidFill>
                  <a:schemeClr val="lt1"/>
                </a:solidFill>
              </a:defRPr>
            </a:lvl4pPr>
            <a:lvl5pPr indent="-228600" lvl="4" marL="2286000" algn="l">
              <a:lnSpc>
                <a:spcPct val="100000"/>
              </a:lnSpc>
              <a:spcBef>
                <a:spcPts val="600"/>
              </a:spcBef>
              <a:spcAft>
                <a:spcPts val="0"/>
              </a:spcAft>
              <a:buSzPts val="1120"/>
              <a:buNone/>
              <a:defRPr sz="1400">
                <a:solidFill>
                  <a:schemeClr val="lt1"/>
                </a:solidFill>
              </a:defRPr>
            </a:lvl5pPr>
            <a:lvl6pPr indent="-228600" lvl="5" marL="2743200" algn="l">
              <a:lnSpc>
                <a:spcPct val="100000"/>
              </a:lnSpc>
              <a:spcBef>
                <a:spcPts val="600"/>
              </a:spcBef>
              <a:spcAft>
                <a:spcPts val="0"/>
              </a:spcAft>
              <a:buSzPts val="1120"/>
              <a:buNone/>
              <a:defRPr sz="1400">
                <a:solidFill>
                  <a:schemeClr val="lt1"/>
                </a:solidFill>
              </a:defRPr>
            </a:lvl6pPr>
            <a:lvl7pPr indent="-228600" lvl="6" marL="3200400" algn="l">
              <a:lnSpc>
                <a:spcPct val="100000"/>
              </a:lnSpc>
              <a:spcBef>
                <a:spcPts val="600"/>
              </a:spcBef>
              <a:spcAft>
                <a:spcPts val="0"/>
              </a:spcAft>
              <a:buSzPts val="1120"/>
              <a:buNone/>
              <a:defRPr sz="1400">
                <a:solidFill>
                  <a:schemeClr val="lt1"/>
                </a:solidFill>
              </a:defRPr>
            </a:lvl7pPr>
            <a:lvl8pPr indent="-228600" lvl="7" marL="3657600" algn="l">
              <a:lnSpc>
                <a:spcPct val="100000"/>
              </a:lnSpc>
              <a:spcBef>
                <a:spcPts val="600"/>
              </a:spcBef>
              <a:spcAft>
                <a:spcPts val="0"/>
              </a:spcAft>
              <a:buSzPts val="1120"/>
              <a:buNone/>
              <a:defRPr sz="1400">
                <a:solidFill>
                  <a:schemeClr val="lt1"/>
                </a:solidFill>
              </a:defRPr>
            </a:lvl8pPr>
            <a:lvl9pPr indent="-228600" lvl="8" marL="4114800" algn="l">
              <a:lnSpc>
                <a:spcPct val="100000"/>
              </a:lnSpc>
              <a:spcBef>
                <a:spcPts val="600"/>
              </a:spcBef>
              <a:spcAft>
                <a:spcPts val="600"/>
              </a:spcAft>
              <a:buSzPts val="1120"/>
              <a:buNone/>
              <a:defRPr sz="1400">
                <a:solidFill>
                  <a:schemeClr val="lt1"/>
                </a:solidFill>
              </a:defRPr>
            </a:lvl9pPr>
          </a:lstStyle>
          <a:p/>
        </p:txBody>
      </p:sp>
      <p:sp>
        <p:nvSpPr>
          <p:cNvPr id="89" name="Google Shape;89;p41"/>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41"/>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1" name="Google Shape;91;p41"/>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 con descripción">
  <p:cSld name="Cita con descripción">
    <p:spTree>
      <p:nvGrpSpPr>
        <p:cNvPr id="92" name="Shape 92"/>
        <p:cNvGrpSpPr/>
        <p:nvPr/>
      </p:nvGrpSpPr>
      <p:grpSpPr>
        <a:xfrm>
          <a:off x="0" y="0"/>
          <a:ext cx="0" cy="0"/>
          <a:chOff x="0" y="0"/>
          <a:chExt cx="0" cy="0"/>
        </a:xfrm>
      </p:grpSpPr>
      <p:sp>
        <p:nvSpPr>
          <p:cNvPr id="93" name="Google Shape;93;p42"/>
          <p:cNvSpPr txBox="1"/>
          <p:nvPr>
            <p:ph type="title"/>
          </p:nvPr>
        </p:nvSpPr>
        <p:spPr>
          <a:xfrm>
            <a:off x="1141411" y="685800"/>
            <a:ext cx="9144001" cy="2743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entury Gothic"/>
              <a:buNone/>
              <a:defRPr b="0"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42"/>
          <p:cNvSpPr txBox="1"/>
          <p:nvPr>
            <p:ph idx="1" type="body"/>
          </p:nvPr>
        </p:nvSpPr>
        <p:spPr>
          <a:xfrm>
            <a:off x="1446212" y="3429000"/>
            <a:ext cx="8534400" cy="381000"/>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400"/>
              </a:spcBef>
              <a:spcAft>
                <a:spcPts val="0"/>
              </a:spcAft>
              <a:buSzPts val="1600"/>
              <a:buFont typeface="Century Gothic"/>
              <a:buNone/>
              <a:defRPr/>
            </a:lvl1pPr>
            <a:lvl2pPr indent="-228600" lvl="1" marL="914400" algn="l">
              <a:lnSpc>
                <a:spcPct val="100000"/>
              </a:lnSpc>
              <a:spcBef>
                <a:spcPts val="600"/>
              </a:spcBef>
              <a:spcAft>
                <a:spcPts val="0"/>
              </a:spcAft>
              <a:buSzPts val="1440"/>
              <a:buFont typeface="Century Gothic"/>
              <a:buNone/>
              <a:defRPr/>
            </a:lvl2pPr>
            <a:lvl3pPr indent="-228600" lvl="2" marL="1371600" algn="l">
              <a:lnSpc>
                <a:spcPct val="100000"/>
              </a:lnSpc>
              <a:spcBef>
                <a:spcPts val="600"/>
              </a:spcBef>
              <a:spcAft>
                <a:spcPts val="0"/>
              </a:spcAft>
              <a:buSzPts val="1280"/>
              <a:buFont typeface="Century Gothic"/>
              <a:buNone/>
              <a:defRPr/>
            </a:lvl3pPr>
            <a:lvl4pPr indent="-228600" lvl="3" marL="1828800" algn="l">
              <a:lnSpc>
                <a:spcPct val="100000"/>
              </a:lnSpc>
              <a:spcBef>
                <a:spcPts val="600"/>
              </a:spcBef>
              <a:spcAft>
                <a:spcPts val="0"/>
              </a:spcAft>
              <a:buSzPts val="1120"/>
              <a:buFont typeface="Century Gothic"/>
              <a:buNone/>
              <a:defRPr/>
            </a:lvl4pPr>
            <a:lvl5pPr indent="-228600" lvl="4" marL="2286000" algn="l">
              <a:lnSpc>
                <a:spcPct val="100000"/>
              </a:lnSpc>
              <a:spcBef>
                <a:spcPts val="600"/>
              </a:spcBef>
              <a:spcAft>
                <a:spcPts val="0"/>
              </a:spcAft>
              <a:buSzPts val="1120"/>
              <a:buFont typeface="Century Gothic"/>
              <a:buNone/>
              <a:defRPr/>
            </a:lvl5pPr>
            <a:lvl6pPr indent="-320039" lvl="5" marL="2743200" algn="l">
              <a:lnSpc>
                <a:spcPct val="100000"/>
              </a:lnSpc>
              <a:spcBef>
                <a:spcPts val="600"/>
              </a:spcBef>
              <a:spcAft>
                <a:spcPts val="0"/>
              </a:spcAft>
              <a:buSzPts val="1440"/>
              <a:buChar char="▶"/>
              <a:defRPr/>
            </a:lvl6pPr>
            <a:lvl7pPr indent="-320039" lvl="6" marL="3200400" algn="l">
              <a:lnSpc>
                <a:spcPct val="100000"/>
              </a:lnSpc>
              <a:spcBef>
                <a:spcPts val="600"/>
              </a:spcBef>
              <a:spcAft>
                <a:spcPts val="0"/>
              </a:spcAft>
              <a:buSzPts val="1440"/>
              <a:buChar char="▶"/>
              <a:defRPr/>
            </a:lvl7pPr>
            <a:lvl8pPr indent="-320040" lvl="7" marL="3657600" algn="l">
              <a:lnSpc>
                <a:spcPct val="100000"/>
              </a:lnSpc>
              <a:spcBef>
                <a:spcPts val="600"/>
              </a:spcBef>
              <a:spcAft>
                <a:spcPts val="0"/>
              </a:spcAft>
              <a:buSzPts val="1440"/>
              <a:buChar char="▶"/>
              <a:defRPr/>
            </a:lvl8pPr>
            <a:lvl9pPr indent="-320040" lvl="8" marL="4114800" algn="l">
              <a:lnSpc>
                <a:spcPct val="100000"/>
              </a:lnSpc>
              <a:spcBef>
                <a:spcPts val="600"/>
              </a:spcBef>
              <a:spcAft>
                <a:spcPts val="600"/>
              </a:spcAft>
              <a:buSzPts val="1440"/>
              <a:buChar char="▶"/>
              <a:defRPr/>
            </a:lvl9pPr>
          </a:lstStyle>
          <a:p/>
        </p:txBody>
      </p:sp>
      <p:sp>
        <p:nvSpPr>
          <p:cNvPr id="95" name="Google Shape;95;p42"/>
          <p:cNvSpPr txBox="1"/>
          <p:nvPr>
            <p:ph idx="2" type="body"/>
          </p:nvPr>
        </p:nvSpPr>
        <p:spPr>
          <a:xfrm>
            <a:off x="684213" y="4301067"/>
            <a:ext cx="8534400" cy="1684865"/>
          </a:xfrm>
          <a:prstGeom prst="rect">
            <a:avLst/>
          </a:prstGeom>
          <a:noFill/>
          <a:ln>
            <a:noFill/>
          </a:ln>
        </p:spPr>
        <p:txBody>
          <a:bodyPr anchorCtr="0" anchor="ctr" bIns="45700" lIns="91425" spcFirstLastPara="1" rIns="91425" wrap="square" tIns="45700">
            <a:normAutofit/>
          </a:bodyPr>
          <a:lstStyle>
            <a:lvl1pPr indent="-228600" lvl="0" marL="457200" algn="l">
              <a:lnSpc>
                <a:spcPct val="100000"/>
              </a:lnSpc>
              <a:spcBef>
                <a:spcPts val="400"/>
              </a:spcBef>
              <a:spcAft>
                <a:spcPts val="0"/>
              </a:spcAft>
              <a:buSzPts val="1600"/>
              <a:buNone/>
              <a:defRPr sz="2000">
                <a:solidFill>
                  <a:srgbClr val="0F486F"/>
                </a:solidFill>
              </a:defRPr>
            </a:lvl1pPr>
            <a:lvl2pPr indent="-228600" lvl="1" marL="914400" algn="l">
              <a:lnSpc>
                <a:spcPct val="100000"/>
              </a:lnSpc>
              <a:spcBef>
                <a:spcPts val="600"/>
              </a:spcBef>
              <a:spcAft>
                <a:spcPts val="0"/>
              </a:spcAft>
              <a:buSzPts val="1440"/>
              <a:buNone/>
              <a:defRPr sz="1800">
                <a:solidFill>
                  <a:schemeClr val="lt1"/>
                </a:solidFill>
              </a:defRPr>
            </a:lvl2pPr>
            <a:lvl3pPr indent="-228600" lvl="2" marL="1371600" algn="l">
              <a:lnSpc>
                <a:spcPct val="100000"/>
              </a:lnSpc>
              <a:spcBef>
                <a:spcPts val="600"/>
              </a:spcBef>
              <a:spcAft>
                <a:spcPts val="0"/>
              </a:spcAft>
              <a:buSzPts val="1280"/>
              <a:buNone/>
              <a:defRPr sz="1600">
                <a:solidFill>
                  <a:schemeClr val="lt1"/>
                </a:solidFill>
              </a:defRPr>
            </a:lvl3pPr>
            <a:lvl4pPr indent="-228600" lvl="3" marL="1828800" algn="l">
              <a:lnSpc>
                <a:spcPct val="100000"/>
              </a:lnSpc>
              <a:spcBef>
                <a:spcPts val="600"/>
              </a:spcBef>
              <a:spcAft>
                <a:spcPts val="0"/>
              </a:spcAft>
              <a:buSzPts val="1120"/>
              <a:buNone/>
              <a:defRPr sz="1400">
                <a:solidFill>
                  <a:schemeClr val="lt1"/>
                </a:solidFill>
              </a:defRPr>
            </a:lvl4pPr>
            <a:lvl5pPr indent="-228600" lvl="4" marL="2286000" algn="l">
              <a:lnSpc>
                <a:spcPct val="100000"/>
              </a:lnSpc>
              <a:spcBef>
                <a:spcPts val="600"/>
              </a:spcBef>
              <a:spcAft>
                <a:spcPts val="0"/>
              </a:spcAft>
              <a:buSzPts val="1120"/>
              <a:buNone/>
              <a:defRPr sz="1400">
                <a:solidFill>
                  <a:schemeClr val="lt1"/>
                </a:solidFill>
              </a:defRPr>
            </a:lvl5pPr>
            <a:lvl6pPr indent="-228600" lvl="5" marL="2743200" algn="l">
              <a:lnSpc>
                <a:spcPct val="100000"/>
              </a:lnSpc>
              <a:spcBef>
                <a:spcPts val="600"/>
              </a:spcBef>
              <a:spcAft>
                <a:spcPts val="0"/>
              </a:spcAft>
              <a:buSzPts val="1120"/>
              <a:buNone/>
              <a:defRPr sz="1400">
                <a:solidFill>
                  <a:schemeClr val="lt1"/>
                </a:solidFill>
              </a:defRPr>
            </a:lvl6pPr>
            <a:lvl7pPr indent="-228600" lvl="6" marL="3200400" algn="l">
              <a:lnSpc>
                <a:spcPct val="100000"/>
              </a:lnSpc>
              <a:spcBef>
                <a:spcPts val="600"/>
              </a:spcBef>
              <a:spcAft>
                <a:spcPts val="0"/>
              </a:spcAft>
              <a:buSzPts val="1120"/>
              <a:buNone/>
              <a:defRPr sz="1400">
                <a:solidFill>
                  <a:schemeClr val="lt1"/>
                </a:solidFill>
              </a:defRPr>
            </a:lvl7pPr>
            <a:lvl8pPr indent="-228600" lvl="7" marL="3657600" algn="l">
              <a:lnSpc>
                <a:spcPct val="100000"/>
              </a:lnSpc>
              <a:spcBef>
                <a:spcPts val="600"/>
              </a:spcBef>
              <a:spcAft>
                <a:spcPts val="0"/>
              </a:spcAft>
              <a:buSzPts val="1120"/>
              <a:buNone/>
              <a:defRPr sz="1400">
                <a:solidFill>
                  <a:schemeClr val="lt1"/>
                </a:solidFill>
              </a:defRPr>
            </a:lvl8pPr>
            <a:lvl9pPr indent="-228600" lvl="8" marL="4114800" algn="l">
              <a:lnSpc>
                <a:spcPct val="100000"/>
              </a:lnSpc>
              <a:spcBef>
                <a:spcPts val="600"/>
              </a:spcBef>
              <a:spcAft>
                <a:spcPts val="600"/>
              </a:spcAft>
              <a:buSzPts val="1120"/>
              <a:buNone/>
              <a:defRPr sz="1400">
                <a:solidFill>
                  <a:schemeClr val="lt1"/>
                </a:solidFill>
              </a:defRPr>
            </a:lvl9pPr>
          </a:lstStyle>
          <a:p/>
        </p:txBody>
      </p:sp>
      <p:sp>
        <p:nvSpPr>
          <p:cNvPr id="96" name="Google Shape;96;p42"/>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42"/>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42"/>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
        <p:nvSpPr>
          <p:cNvPr id="99" name="Google Shape;99;p42"/>
          <p:cNvSpPr txBox="1"/>
          <p:nvPr/>
        </p:nvSpPr>
        <p:spPr>
          <a:xfrm>
            <a:off x="531812" y="812222"/>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s-PE"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100" name="Google Shape;100;p42"/>
          <p:cNvSpPr txBox="1"/>
          <p:nvPr/>
        </p:nvSpPr>
        <p:spPr>
          <a:xfrm>
            <a:off x="10285412" y="2768601"/>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b="0" i="0" lang="es-PE"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rjeta de nombre">
  <p:cSld name="Tarjeta de nombre">
    <p:spTree>
      <p:nvGrpSpPr>
        <p:cNvPr id="101" name="Shape 101"/>
        <p:cNvGrpSpPr/>
        <p:nvPr/>
      </p:nvGrpSpPr>
      <p:grpSpPr>
        <a:xfrm>
          <a:off x="0" y="0"/>
          <a:ext cx="0" cy="0"/>
          <a:chOff x="0" y="0"/>
          <a:chExt cx="0" cy="0"/>
        </a:xfrm>
      </p:grpSpPr>
      <p:sp>
        <p:nvSpPr>
          <p:cNvPr id="102" name="Google Shape;102;p43"/>
          <p:cNvSpPr txBox="1"/>
          <p:nvPr>
            <p:ph type="title"/>
          </p:nvPr>
        </p:nvSpPr>
        <p:spPr>
          <a:xfrm>
            <a:off x="684212" y="3429000"/>
            <a:ext cx="8534400" cy="16974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lt1"/>
              </a:buClr>
              <a:buSzPts val="3200"/>
              <a:buFont typeface="Century Gothic"/>
              <a:buNone/>
              <a:defRPr b="0" sz="32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p43"/>
          <p:cNvSpPr txBox="1"/>
          <p:nvPr>
            <p:ph idx="1" type="body"/>
          </p:nvPr>
        </p:nvSpPr>
        <p:spPr>
          <a:xfrm>
            <a:off x="684211" y="5132981"/>
            <a:ext cx="8535990" cy="8604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400"/>
              </a:spcBef>
              <a:spcAft>
                <a:spcPts val="0"/>
              </a:spcAft>
              <a:buSzPts val="1600"/>
              <a:buNone/>
              <a:defRPr sz="2000">
                <a:solidFill>
                  <a:srgbClr val="0F486F"/>
                </a:solidFill>
              </a:defRPr>
            </a:lvl1pPr>
            <a:lvl2pPr indent="-228600" lvl="1" marL="914400" algn="l">
              <a:lnSpc>
                <a:spcPct val="100000"/>
              </a:lnSpc>
              <a:spcBef>
                <a:spcPts val="600"/>
              </a:spcBef>
              <a:spcAft>
                <a:spcPts val="0"/>
              </a:spcAft>
              <a:buSzPts val="1440"/>
              <a:buNone/>
              <a:defRPr sz="1800">
                <a:solidFill>
                  <a:schemeClr val="lt1"/>
                </a:solidFill>
              </a:defRPr>
            </a:lvl2pPr>
            <a:lvl3pPr indent="-228600" lvl="2" marL="1371600" algn="l">
              <a:lnSpc>
                <a:spcPct val="100000"/>
              </a:lnSpc>
              <a:spcBef>
                <a:spcPts val="600"/>
              </a:spcBef>
              <a:spcAft>
                <a:spcPts val="0"/>
              </a:spcAft>
              <a:buSzPts val="1280"/>
              <a:buNone/>
              <a:defRPr sz="1600">
                <a:solidFill>
                  <a:schemeClr val="lt1"/>
                </a:solidFill>
              </a:defRPr>
            </a:lvl3pPr>
            <a:lvl4pPr indent="-228600" lvl="3" marL="1828800" algn="l">
              <a:lnSpc>
                <a:spcPct val="100000"/>
              </a:lnSpc>
              <a:spcBef>
                <a:spcPts val="600"/>
              </a:spcBef>
              <a:spcAft>
                <a:spcPts val="0"/>
              </a:spcAft>
              <a:buSzPts val="1120"/>
              <a:buNone/>
              <a:defRPr sz="1400">
                <a:solidFill>
                  <a:schemeClr val="lt1"/>
                </a:solidFill>
              </a:defRPr>
            </a:lvl4pPr>
            <a:lvl5pPr indent="-228600" lvl="4" marL="2286000" algn="l">
              <a:lnSpc>
                <a:spcPct val="100000"/>
              </a:lnSpc>
              <a:spcBef>
                <a:spcPts val="600"/>
              </a:spcBef>
              <a:spcAft>
                <a:spcPts val="0"/>
              </a:spcAft>
              <a:buSzPts val="1120"/>
              <a:buNone/>
              <a:defRPr sz="1400">
                <a:solidFill>
                  <a:schemeClr val="lt1"/>
                </a:solidFill>
              </a:defRPr>
            </a:lvl5pPr>
            <a:lvl6pPr indent="-228600" lvl="5" marL="2743200" algn="l">
              <a:lnSpc>
                <a:spcPct val="100000"/>
              </a:lnSpc>
              <a:spcBef>
                <a:spcPts val="600"/>
              </a:spcBef>
              <a:spcAft>
                <a:spcPts val="0"/>
              </a:spcAft>
              <a:buSzPts val="1120"/>
              <a:buNone/>
              <a:defRPr sz="1400">
                <a:solidFill>
                  <a:schemeClr val="lt1"/>
                </a:solidFill>
              </a:defRPr>
            </a:lvl6pPr>
            <a:lvl7pPr indent="-228600" lvl="6" marL="3200400" algn="l">
              <a:lnSpc>
                <a:spcPct val="100000"/>
              </a:lnSpc>
              <a:spcBef>
                <a:spcPts val="600"/>
              </a:spcBef>
              <a:spcAft>
                <a:spcPts val="0"/>
              </a:spcAft>
              <a:buSzPts val="1120"/>
              <a:buNone/>
              <a:defRPr sz="1400">
                <a:solidFill>
                  <a:schemeClr val="lt1"/>
                </a:solidFill>
              </a:defRPr>
            </a:lvl7pPr>
            <a:lvl8pPr indent="-228600" lvl="7" marL="3657600" algn="l">
              <a:lnSpc>
                <a:spcPct val="100000"/>
              </a:lnSpc>
              <a:spcBef>
                <a:spcPts val="600"/>
              </a:spcBef>
              <a:spcAft>
                <a:spcPts val="0"/>
              </a:spcAft>
              <a:buSzPts val="1120"/>
              <a:buNone/>
              <a:defRPr sz="1400">
                <a:solidFill>
                  <a:schemeClr val="lt1"/>
                </a:solidFill>
              </a:defRPr>
            </a:lvl8pPr>
            <a:lvl9pPr indent="-228600" lvl="8" marL="4114800" algn="l">
              <a:lnSpc>
                <a:spcPct val="100000"/>
              </a:lnSpc>
              <a:spcBef>
                <a:spcPts val="600"/>
              </a:spcBef>
              <a:spcAft>
                <a:spcPts val="600"/>
              </a:spcAft>
              <a:buSzPts val="1120"/>
              <a:buNone/>
              <a:defRPr sz="1400">
                <a:solidFill>
                  <a:schemeClr val="lt1"/>
                </a:solidFill>
              </a:defRPr>
            </a:lvl9pPr>
          </a:lstStyle>
          <a:p/>
        </p:txBody>
      </p:sp>
      <p:sp>
        <p:nvSpPr>
          <p:cNvPr id="104" name="Google Shape;104;p43"/>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43"/>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43"/>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itar la tarjeta de nombre">
  <p:cSld name="Citar la tarjeta de nombre">
    <p:spTree>
      <p:nvGrpSpPr>
        <p:cNvPr id="107" name="Shape 107"/>
        <p:cNvGrpSpPr/>
        <p:nvPr/>
      </p:nvGrpSpPr>
      <p:grpSpPr>
        <a:xfrm>
          <a:off x="0" y="0"/>
          <a:ext cx="0" cy="0"/>
          <a:chOff x="0" y="0"/>
          <a:chExt cx="0" cy="0"/>
        </a:xfrm>
      </p:grpSpPr>
      <p:sp>
        <p:nvSpPr>
          <p:cNvPr id="108" name="Google Shape;108;p44"/>
          <p:cNvSpPr txBox="1"/>
          <p:nvPr>
            <p:ph type="title"/>
          </p:nvPr>
        </p:nvSpPr>
        <p:spPr>
          <a:xfrm>
            <a:off x="1141413" y="685800"/>
            <a:ext cx="9144000" cy="2743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200"/>
              <a:buFont typeface="Century Gothic"/>
              <a:buNone/>
              <a:defRPr b="0" sz="3200" cap="none">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44"/>
          <p:cNvSpPr txBox="1"/>
          <p:nvPr>
            <p:ph idx="1" type="body"/>
          </p:nvPr>
        </p:nvSpPr>
        <p:spPr>
          <a:xfrm>
            <a:off x="684212" y="3928534"/>
            <a:ext cx="8534401" cy="1049866"/>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SzPts val="1920"/>
              <a:buNone/>
              <a:defRPr b="0" sz="2400" cap="none">
                <a:solidFill>
                  <a:schemeClr val="lt1"/>
                </a:solidFill>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20039" lvl="3" marL="1828800" algn="l">
              <a:lnSpc>
                <a:spcPct val="100000"/>
              </a:lnSpc>
              <a:spcBef>
                <a:spcPts val="600"/>
              </a:spcBef>
              <a:spcAft>
                <a:spcPts val="0"/>
              </a:spcAft>
              <a:buSzPts val="1440"/>
              <a:buChar char="▶"/>
              <a:defRPr/>
            </a:lvl4pPr>
            <a:lvl5pPr indent="-320039" lvl="4" marL="2286000" algn="l">
              <a:lnSpc>
                <a:spcPct val="100000"/>
              </a:lnSpc>
              <a:spcBef>
                <a:spcPts val="600"/>
              </a:spcBef>
              <a:spcAft>
                <a:spcPts val="0"/>
              </a:spcAft>
              <a:buSzPts val="1440"/>
              <a:buChar char="▶"/>
              <a:defRPr/>
            </a:lvl5pPr>
            <a:lvl6pPr indent="-320039" lvl="5" marL="2743200" algn="l">
              <a:lnSpc>
                <a:spcPct val="100000"/>
              </a:lnSpc>
              <a:spcBef>
                <a:spcPts val="600"/>
              </a:spcBef>
              <a:spcAft>
                <a:spcPts val="0"/>
              </a:spcAft>
              <a:buSzPts val="1440"/>
              <a:buChar char="▶"/>
              <a:defRPr/>
            </a:lvl6pPr>
            <a:lvl7pPr indent="-320039" lvl="6" marL="3200400" algn="l">
              <a:lnSpc>
                <a:spcPct val="100000"/>
              </a:lnSpc>
              <a:spcBef>
                <a:spcPts val="600"/>
              </a:spcBef>
              <a:spcAft>
                <a:spcPts val="0"/>
              </a:spcAft>
              <a:buSzPts val="1440"/>
              <a:buChar char="▶"/>
              <a:defRPr/>
            </a:lvl7pPr>
            <a:lvl8pPr indent="-320040" lvl="7" marL="3657600" algn="l">
              <a:lnSpc>
                <a:spcPct val="100000"/>
              </a:lnSpc>
              <a:spcBef>
                <a:spcPts val="600"/>
              </a:spcBef>
              <a:spcAft>
                <a:spcPts val="0"/>
              </a:spcAft>
              <a:buSzPts val="1440"/>
              <a:buChar char="▶"/>
              <a:defRPr/>
            </a:lvl8pPr>
            <a:lvl9pPr indent="-320040" lvl="8" marL="4114800" algn="l">
              <a:lnSpc>
                <a:spcPct val="100000"/>
              </a:lnSpc>
              <a:spcBef>
                <a:spcPts val="600"/>
              </a:spcBef>
              <a:spcAft>
                <a:spcPts val="600"/>
              </a:spcAft>
              <a:buSzPts val="1440"/>
              <a:buChar char="▶"/>
              <a:defRPr/>
            </a:lvl9pPr>
          </a:lstStyle>
          <a:p/>
        </p:txBody>
      </p:sp>
      <p:sp>
        <p:nvSpPr>
          <p:cNvPr id="110" name="Google Shape;110;p44"/>
          <p:cNvSpPr txBox="1"/>
          <p:nvPr>
            <p:ph idx="2" type="body"/>
          </p:nvPr>
        </p:nvSpPr>
        <p:spPr>
          <a:xfrm>
            <a:off x="684211" y="4978400"/>
            <a:ext cx="8534401" cy="10160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440"/>
              <a:buNone/>
              <a:defRPr sz="1800">
                <a:solidFill>
                  <a:srgbClr val="0F486F"/>
                </a:solidFill>
              </a:defRPr>
            </a:lvl1pPr>
            <a:lvl2pPr indent="-228600" lvl="1" marL="914400" algn="l">
              <a:lnSpc>
                <a:spcPct val="100000"/>
              </a:lnSpc>
              <a:spcBef>
                <a:spcPts val="600"/>
              </a:spcBef>
              <a:spcAft>
                <a:spcPts val="0"/>
              </a:spcAft>
              <a:buSzPts val="1440"/>
              <a:buNone/>
              <a:defRPr sz="1800">
                <a:solidFill>
                  <a:schemeClr val="lt1"/>
                </a:solidFill>
              </a:defRPr>
            </a:lvl2pPr>
            <a:lvl3pPr indent="-228600" lvl="2" marL="1371600" algn="l">
              <a:lnSpc>
                <a:spcPct val="100000"/>
              </a:lnSpc>
              <a:spcBef>
                <a:spcPts val="600"/>
              </a:spcBef>
              <a:spcAft>
                <a:spcPts val="0"/>
              </a:spcAft>
              <a:buSzPts val="1280"/>
              <a:buNone/>
              <a:defRPr sz="1600">
                <a:solidFill>
                  <a:schemeClr val="lt1"/>
                </a:solidFill>
              </a:defRPr>
            </a:lvl3pPr>
            <a:lvl4pPr indent="-228600" lvl="3" marL="1828800" algn="l">
              <a:lnSpc>
                <a:spcPct val="100000"/>
              </a:lnSpc>
              <a:spcBef>
                <a:spcPts val="600"/>
              </a:spcBef>
              <a:spcAft>
                <a:spcPts val="0"/>
              </a:spcAft>
              <a:buSzPts val="1120"/>
              <a:buNone/>
              <a:defRPr sz="1400">
                <a:solidFill>
                  <a:schemeClr val="lt1"/>
                </a:solidFill>
              </a:defRPr>
            </a:lvl4pPr>
            <a:lvl5pPr indent="-228600" lvl="4" marL="2286000" algn="l">
              <a:lnSpc>
                <a:spcPct val="100000"/>
              </a:lnSpc>
              <a:spcBef>
                <a:spcPts val="600"/>
              </a:spcBef>
              <a:spcAft>
                <a:spcPts val="0"/>
              </a:spcAft>
              <a:buSzPts val="1120"/>
              <a:buNone/>
              <a:defRPr sz="1400">
                <a:solidFill>
                  <a:schemeClr val="lt1"/>
                </a:solidFill>
              </a:defRPr>
            </a:lvl5pPr>
            <a:lvl6pPr indent="-228600" lvl="5" marL="2743200" algn="l">
              <a:lnSpc>
                <a:spcPct val="100000"/>
              </a:lnSpc>
              <a:spcBef>
                <a:spcPts val="600"/>
              </a:spcBef>
              <a:spcAft>
                <a:spcPts val="0"/>
              </a:spcAft>
              <a:buSzPts val="1120"/>
              <a:buNone/>
              <a:defRPr sz="1400">
                <a:solidFill>
                  <a:schemeClr val="lt1"/>
                </a:solidFill>
              </a:defRPr>
            </a:lvl6pPr>
            <a:lvl7pPr indent="-228600" lvl="6" marL="3200400" algn="l">
              <a:lnSpc>
                <a:spcPct val="100000"/>
              </a:lnSpc>
              <a:spcBef>
                <a:spcPts val="600"/>
              </a:spcBef>
              <a:spcAft>
                <a:spcPts val="0"/>
              </a:spcAft>
              <a:buSzPts val="1120"/>
              <a:buNone/>
              <a:defRPr sz="1400">
                <a:solidFill>
                  <a:schemeClr val="lt1"/>
                </a:solidFill>
              </a:defRPr>
            </a:lvl7pPr>
            <a:lvl8pPr indent="-228600" lvl="7" marL="3657600" algn="l">
              <a:lnSpc>
                <a:spcPct val="100000"/>
              </a:lnSpc>
              <a:spcBef>
                <a:spcPts val="600"/>
              </a:spcBef>
              <a:spcAft>
                <a:spcPts val="0"/>
              </a:spcAft>
              <a:buSzPts val="1120"/>
              <a:buNone/>
              <a:defRPr sz="1400">
                <a:solidFill>
                  <a:schemeClr val="lt1"/>
                </a:solidFill>
              </a:defRPr>
            </a:lvl8pPr>
            <a:lvl9pPr indent="-228600" lvl="8" marL="4114800" algn="l">
              <a:lnSpc>
                <a:spcPct val="100000"/>
              </a:lnSpc>
              <a:spcBef>
                <a:spcPts val="600"/>
              </a:spcBef>
              <a:spcAft>
                <a:spcPts val="600"/>
              </a:spcAft>
              <a:buSzPts val="1120"/>
              <a:buNone/>
              <a:defRPr sz="1400">
                <a:solidFill>
                  <a:schemeClr val="lt1"/>
                </a:solidFill>
              </a:defRPr>
            </a:lvl9pPr>
          </a:lstStyle>
          <a:p/>
        </p:txBody>
      </p:sp>
      <p:sp>
        <p:nvSpPr>
          <p:cNvPr id="111" name="Google Shape;111;p44"/>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44"/>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44"/>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
        <p:nvSpPr>
          <p:cNvPr id="114" name="Google Shape;114;p44"/>
          <p:cNvSpPr txBox="1"/>
          <p:nvPr/>
        </p:nvSpPr>
        <p:spPr>
          <a:xfrm>
            <a:off x="531812" y="812222"/>
            <a:ext cx="609600" cy="584776"/>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000"/>
              <a:buFont typeface="Arial"/>
              <a:buNone/>
            </a:pPr>
            <a:r>
              <a:rPr b="0" i="0" lang="es-PE"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
        <p:nvSpPr>
          <p:cNvPr id="115" name="Google Shape;115;p44"/>
          <p:cNvSpPr txBox="1"/>
          <p:nvPr/>
        </p:nvSpPr>
        <p:spPr>
          <a:xfrm>
            <a:off x="10285412" y="2768601"/>
            <a:ext cx="609600" cy="584776"/>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0"/>
              <a:buFont typeface="Arial"/>
              <a:buNone/>
            </a:pPr>
            <a:r>
              <a:rPr b="0" i="0" lang="es-PE" sz="8000" u="none" cap="none" strike="noStrike">
                <a:solidFill>
                  <a:schemeClr val="lt1"/>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dadero o falso">
  <p:cSld name="Verdadero o falso">
    <p:spTree>
      <p:nvGrpSpPr>
        <p:cNvPr id="116" name="Shape 116"/>
        <p:cNvGrpSpPr/>
        <p:nvPr/>
      </p:nvGrpSpPr>
      <p:grpSpPr>
        <a:xfrm>
          <a:off x="0" y="0"/>
          <a:ext cx="0" cy="0"/>
          <a:chOff x="0" y="0"/>
          <a:chExt cx="0" cy="0"/>
        </a:xfrm>
      </p:grpSpPr>
      <p:sp>
        <p:nvSpPr>
          <p:cNvPr id="117" name="Google Shape;117;p45"/>
          <p:cNvSpPr txBox="1"/>
          <p:nvPr>
            <p:ph type="title"/>
          </p:nvPr>
        </p:nvSpPr>
        <p:spPr>
          <a:xfrm>
            <a:off x="684213" y="685800"/>
            <a:ext cx="10058400" cy="27432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entury Gothic"/>
              <a:buNone/>
              <a:defRPr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45"/>
          <p:cNvSpPr txBox="1"/>
          <p:nvPr>
            <p:ph idx="1" type="body"/>
          </p:nvPr>
        </p:nvSpPr>
        <p:spPr>
          <a:xfrm>
            <a:off x="684212" y="3928534"/>
            <a:ext cx="8534400" cy="8382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SzPts val="1920"/>
              <a:buNone/>
              <a:defRPr b="0" sz="2400" cap="none">
                <a:solidFill>
                  <a:schemeClr val="lt1"/>
                </a:solidFill>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20039" lvl="3" marL="1828800" algn="l">
              <a:lnSpc>
                <a:spcPct val="100000"/>
              </a:lnSpc>
              <a:spcBef>
                <a:spcPts val="600"/>
              </a:spcBef>
              <a:spcAft>
                <a:spcPts val="0"/>
              </a:spcAft>
              <a:buSzPts val="1440"/>
              <a:buChar char="▶"/>
              <a:defRPr/>
            </a:lvl4pPr>
            <a:lvl5pPr indent="-320039" lvl="4" marL="2286000" algn="l">
              <a:lnSpc>
                <a:spcPct val="100000"/>
              </a:lnSpc>
              <a:spcBef>
                <a:spcPts val="600"/>
              </a:spcBef>
              <a:spcAft>
                <a:spcPts val="0"/>
              </a:spcAft>
              <a:buSzPts val="1440"/>
              <a:buChar char="▶"/>
              <a:defRPr/>
            </a:lvl5pPr>
            <a:lvl6pPr indent="-320039" lvl="5" marL="2743200" algn="l">
              <a:lnSpc>
                <a:spcPct val="100000"/>
              </a:lnSpc>
              <a:spcBef>
                <a:spcPts val="600"/>
              </a:spcBef>
              <a:spcAft>
                <a:spcPts val="0"/>
              </a:spcAft>
              <a:buSzPts val="1440"/>
              <a:buChar char="▶"/>
              <a:defRPr/>
            </a:lvl6pPr>
            <a:lvl7pPr indent="-320039" lvl="6" marL="3200400" algn="l">
              <a:lnSpc>
                <a:spcPct val="100000"/>
              </a:lnSpc>
              <a:spcBef>
                <a:spcPts val="600"/>
              </a:spcBef>
              <a:spcAft>
                <a:spcPts val="0"/>
              </a:spcAft>
              <a:buSzPts val="1440"/>
              <a:buChar char="▶"/>
              <a:defRPr/>
            </a:lvl7pPr>
            <a:lvl8pPr indent="-320040" lvl="7" marL="3657600" algn="l">
              <a:lnSpc>
                <a:spcPct val="100000"/>
              </a:lnSpc>
              <a:spcBef>
                <a:spcPts val="600"/>
              </a:spcBef>
              <a:spcAft>
                <a:spcPts val="0"/>
              </a:spcAft>
              <a:buSzPts val="1440"/>
              <a:buChar char="▶"/>
              <a:defRPr/>
            </a:lvl8pPr>
            <a:lvl9pPr indent="-320040" lvl="8" marL="4114800" algn="l">
              <a:lnSpc>
                <a:spcPct val="100000"/>
              </a:lnSpc>
              <a:spcBef>
                <a:spcPts val="600"/>
              </a:spcBef>
              <a:spcAft>
                <a:spcPts val="600"/>
              </a:spcAft>
              <a:buSzPts val="1440"/>
              <a:buChar char="▶"/>
              <a:defRPr/>
            </a:lvl9pPr>
          </a:lstStyle>
          <a:p/>
        </p:txBody>
      </p:sp>
      <p:sp>
        <p:nvSpPr>
          <p:cNvPr id="119" name="Google Shape;119;p45"/>
          <p:cNvSpPr txBox="1"/>
          <p:nvPr>
            <p:ph idx="2" type="body"/>
          </p:nvPr>
        </p:nvSpPr>
        <p:spPr>
          <a:xfrm>
            <a:off x="684211" y="4766732"/>
            <a:ext cx="8534401" cy="122766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360"/>
              </a:spcBef>
              <a:spcAft>
                <a:spcPts val="0"/>
              </a:spcAft>
              <a:buSzPts val="1440"/>
              <a:buNone/>
              <a:defRPr sz="1800">
                <a:solidFill>
                  <a:srgbClr val="0F486F"/>
                </a:solidFill>
              </a:defRPr>
            </a:lvl1pPr>
            <a:lvl2pPr indent="-228600" lvl="1" marL="914400" algn="l">
              <a:lnSpc>
                <a:spcPct val="100000"/>
              </a:lnSpc>
              <a:spcBef>
                <a:spcPts val="600"/>
              </a:spcBef>
              <a:spcAft>
                <a:spcPts val="0"/>
              </a:spcAft>
              <a:buSzPts val="1440"/>
              <a:buNone/>
              <a:defRPr sz="1800">
                <a:solidFill>
                  <a:schemeClr val="lt1"/>
                </a:solidFill>
              </a:defRPr>
            </a:lvl2pPr>
            <a:lvl3pPr indent="-228600" lvl="2" marL="1371600" algn="l">
              <a:lnSpc>
                <a:spcPct val="100000"/>
              </a:lnSpc>
              <a:spcBef>
                <a:spcPts val="600"/>
              </a:spcBef>
              <a:spcAft>
                <a:spcPts val="0"/>
              </a:spcAft>
              <a:buSzPts val="1280"/>
              <a:buNone/>
              <a:defRPr sz="1600">
                <a:solidFill>
                  <a:schemeClr val="lt1"/>
                </a:solidFill>
              </a:defRPr>
            </a:lvl3pPr>
            <a:lvl4pPr indent="-228600" lvl="3" marL="1828800" algn="l">
              <a:lnSpc>
                <a:spcPct val="100000"/>
              </a:lnSpc>
              <a:spcBef>
                <a:spcPts val="600"/>
              </a:spcBef>
              <a:spcAft>
                <a:spcPts val="0"/>
              </a:spcAft>
              <a:buSzPts val="1120"/>
              <a:buNone/>
              <a:defRPr sz="1400">
                <a:solidFill>
                  <a:schemeClr val="lt1"/>
                </a:solidFill>
              </a:defRPr>
            </a:lvl4pPr>
            <a:lvl5pPr indent="-228600" lvl="4" marL="2286000" algn="l">
              <a:lnSpc>
                <a:spcPct val="100000"/>
              </a:lnSpc>
              <a:spcBef>
                <a:spcPts val="600"/>
              </a:spcBef>
              <a:spcAft>
                <a:spcPts val="0"/>
              </a:spcAft>
              <a:buSzPts val="1120"/>
              <a:buNone/>
              <a:defRPr sz="1400">
                <a:solidFill>
                  <a:schemeClr val="lt1"/>
                </a:solidFill>
              </a:defRPr>
            </a:lvl5pPr>
            <a:lvl6pPr indent="-228600" lvl="5" marL="2743200" algn="l">
              <a:lnSpc>
                <a:spcPct val="100000"/>
              </a:lnSpc>
              <a:spcBef>
                <a:spcPts val="600"/>
              </a:spcBef>
              <a:spcAft>
                <a:spcPts val="0"/>
              </a:spcAft>
              <a:buSzPts val="1120"/>
              <a:buNone/>
              <a:defRPr sz="1400">
                <a:solidFill>
                  <a:schemeClr val="lt1"/>
                </a:solidFill>
              </a:defRPr>
            </a:lvl6pPr>
            <a:lvl7pPr indent="-228600" lvl="6" marL="3200400" algn="l">
              <a:lnSpc>
                <a:spcPct val="100000"/>
              </a:lnSpc>
              <a:spcBef>
                <a:spcPts val="600"/>
              </a:spcBef>
              <a:spcAft>
                <a:spcPts val="0"/>
              </a:spcAft>
              <a:buSzPts val="1120"/>
              <a:buNone/>
              <a:defRPr sz="1400">
                <a:solidFill>
                  <a:schemeClr val="lt1"/>
                </a:solidFill>
              </a:defRPr>
            </a:lvl7pPr>
            <a:lvl8pPr indent="-228600" lvl="7" marL="3657600" algn="l">
              <a:lnSpc>
                <a:spcPct val="100000"/>
              </a:lnSpc>
              <a:spcBef>
                <a:spcPts val="600"/>
              </a:spcBef>
              <a:spcAft>
                <a:spcPts val="0"/>
              </a:spcAft>
              <a:buSzPts val="1120"/>
              <a:buNone/>
              <a:defRPr sz="1400">
                <a:solidFill>
                  <a:schemeClr val="lt1"/>
                </a:solidFill>
              </a:defRPr>
            </a:lvl8pPr>
            <a:lvl9pPr indent="-228600" lvl="8" marL="4114800" algn="l">
              <a:lnSpc>
                <a:spcPct val="100000"/>
              </a:lnSpc>
              <a:spcBef>
                <a:spcPts val="600"/>
              </a:spcBef>
              <a:spcAft>
                <a:spcPts val="600"/>
              </a:spcAft>
              <a:buSzPts val="1120"/>
              <a:buNone/>
              <a:defRPr sz="1400">
                <a:solidFill>
                  <a:schemeClr val="lt1"/>
                </a:solidFill>
              </a:defRPr>
            </a:lvl9pPr>
          </a:lstStyle>
          <a:p/>
        </p:txBody>
      </p:sp>
      <p:sp>
        <p:nvSpPr>
          <p:cNvPr id="120" name="Google Shape;120;p45"/>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45"/>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45"/>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23" name="Shape 123"/>
        <p:cNvGrpSpPr/>
        <p:nvPr/>
      </p:nvGrpSpPr>
      <p:grpSpPr>
        <a:xfrm>
          <a:off x="0" y="0"/>
          <a:ext cx="0" cy="0"/>
          <a:chOff x="0" y="0"/>
          <a:chExt cx="0" cy="0"/>
        </a:xfrm>
      </p:grpSpPr>
      <p:sp>
        <p:nvSpPr>
          <p:cNvPr id="124" name="Google Shape;124;p46"/>
          <p:cNvSpPr txBox="1"/>
          <p:nvPr>
            <p:ph type="title"/>
          </p:nvPr>
        </p:nvSpPr>
        <p:spPr>
          <a:xfrm>
            <a:off x="684212" y="4487332"/>
            <a:ext cx="8534400" cy="1507067"/>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36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46"/>
          <p:cNvSpPr txBox="1"/>
          <p:nvPr>
            <p:ph idx="1" type="body"/>
          </p:nvPr>
        </p:nvSpPr>
        <p:spPr>
          <a:xfrm rot="5400000">
            <a:off x="3143778" y="-1773767"/>
            <a:ext cx="3615267" cy="85344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360"/>
              </a:spcBef>
              <a:spcAft>
                <a:spcPts val="0"/>
              </a:spcAft>
              <a:buSzPts val="144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20039" lvl="3" marL="1828800" algn="l">
              <a:lnSpc>
                <a:spcPct val="100000"/>
              </a:lnSpc>
              <a:spcBef>
                <a:spcPts val="600"/>
              </a:spcBef>
              <a:spcAft>
                <a:spcPts val="0"/>
              </a:spcAft>
              <a:buSzPts val="1440"/>
              <a:buChar char="▶"/>
              <a:defRPr/>
            </a:lvl4pPr>
            <a:lvl5pPr indent="-320039" lvl="4" marL="2286000" algn="l">
              <a:lnSpc>
                <a:spcPct val="100000"/>
              </a:lnSpc>
              <a:spcBef>
                <a:spcPts val="600"/>
              </a:spcBef>
              <a:spcAft>
                <a:spcPts val="0"/>
              </a:spcAft>
              <a:buSzPts val="1440"/>
              <a:buChar char="▶"/>
              <a:defRPr/>
            </a:lvl5pPr>
            <a:lvl6pPr indent="-320039" lvl="5" marL="2743200" algn="l">
              <a:lnSpc>
                <a:spcPct val="100000"/>
              </a:lnSpc>
              <a:spcBef>
                <a:spcPts val="600"/>
              </a:spcBef>
              <a:spcAft>
                <a:spcPts val="0"/>
              </a:spcAft>
              <a:buSzPts val="1440"/>
              <a:buChar char="▶"/>
              <a:defRPr/>
            </a:lvl6pPr>
            <a:lvl7pPr indent="-320039" lvl="6" marL="3200400" algn="l">
              <a:lnSpc>
                <a:spcPct val="100000"/>
              </a:lnSpc>
              <a:spcBef>
                <a:spcPts val="600"/>
              </a:spcBef>
              <a:spcAft>
                <a:spcPts val="0"/>
              </a:spcAft>
              <a:buSzPts val="1440"/>
              <a:buChar char="▶"/>
              <a:defRPr/>
            </a:lvl7pPr>
            <a:lvl8pPr indent="-320040" lvl="7" marL="3657600" algn="l">
              <a:lnSpc>
                <a:spcPct val="100000"/>
              </a:lnSpc>
              <a:spcBef>
                <a:spcPts val="600"/>
              </a:spcBef>
              <a:spcAft>
                <a:spcPts val="0"/>
              </a:spcAft>
              <a:buSzPts val="1440"/>
              <a:buChar char="▶"/>
              <a:defRPr/>
            </a:lvl8pPr>
            <a:lvl9pPr indent="-320040" lvl="8" marL="4114800" algn="l">
              <a:lnSpc>
                <a:spcPct val="100000"/>
              </a:lnSpc>
              <a:spcBef>
                <a:spcPts val="600"/>
              </a:spcBef>
              <a:spcAft>
                <a:spcPts val="600"/>
              </a:spcAft>
              <a:buSzPts val="1440"/>
              <a:buChar char="▶"/>
              <a:defRPr/>
            </a:lvl9pPr>
          </a:lstStyle>
          <a:p/>
        </p:txBody>
      </p:sp>
      <p:sp>
        <p:nvSpPr>
          <p:cNvPr id="126" name="Google Shape;126;p46"/>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46"/>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46"/>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29" name="Shape 129"/>
        <p:cNvGrpSpPr/>
        <p:nvPr/>
      </p:nvGrpSpPr>
      <p:grpSpPr>
        <a:xfrm>
          <a:off x="0" y="0"/>
          <a:ext cx="0" cy="0"/>
          <a:chOff x="0" y="0"/>
          <a:chExt cx="0" cy="0"/>
        </a:xfrm>
      </p:grpSpPr>
      <p:sp>
        <p:nvSpPr>
          <p:cNvPr id="130" name="Google Shape;130;p47"/>
          <p:cNvSpPr txBox="1"/>
          <p:nvPr>
            <p:ph type="title"/>
          </p:nvPr>
        </p:nvSpPr>
        <p:spPr>
          <a:xfrm rot="5400000">
            <a:off x="7427912" y="1943100"/>
            <a:ext cx="4572000" cy="205740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47"/>
          <p:cNvSpPr txBox="1"/>
          <p:nvPr>
            <p:ph idx="1" type="body"/>
          </p:nvPr>
        </p:nvSpPr>
        <p:spPr>
          <a:xfrm rot="5400000">
            <a:off x="1943100" y="-571500"/>
            <a:ext cx="5308600" cy="7823200"/>
          </a:xfrm>
          <a:prstGeom prst="rect">
            <a:avLst/>
          </a:prstGeom>
          <a:noFill/>
          <a:ln>
            <a:noFill/>
          </a:ln>
        </p:spPr>
        <p:txBody>
          <a:bodyPr anchorCtr="0" anchor="t" bIns="45700" lIns="91425" spcFirstLastPara="1" rIns="91425" wrap="square" tIns="45700">
            <a:normAutofit/>
          </a:bodyPr>
          <a:lstStyle>
            <a:lvl1pPr indent="-320040" lvl="0" marL="457200" algn="l">
              <a:lnSpc>
                <a:spcPct val="100000"/>
              </a:lnSpc>
              <a:spcBef>
                <a:spcPts val="360"/>
              </a:spcBef>
              <a:spcAft>
                <a:spcPts val="0"/>
              </a:spcAft>
              <a:buSzPts val="1440"/>
              <a:buChar char="▶"/>
              <a:defRPr/>
            </a:lvl1pPr>
            <a:lvl2pPr indent="-320040" lvl="1" marL="914400" algn="l">
              <a:lnSpc>
                <a:spcPct val="100000"/>
              </a:lnSpc>
              <a:spcBef>
                <a:spcPts val="600"/>
              </a:spcBef>
              <a:spcAft>
                <a:spcPts val="0"/>
              </a:spcAft>
              <a:buSzPts val="1440"/>
              <a:buChar char="▶"/>
              <a:defRPr/>
            </a:lvl2pPr>
            <a:lvl3pPr indent="-320039" lvl="2" marL="1371600" algn="l">
              <a:lnSpc>
                <a:spcPct val="100000"/>
              </a:lnSpc>
              <a:spcBef>
                <a:spcPts val="600"/>
              </a:spcBef>
              <a:spcAft>
                <a:spcPts val="0"/>
              </a:spcAft>
              <a:buSzPts val="1440"/>
              <a:buChar char="▶"/>
              <a:defRPr/>
            </a:lvl3pPr>
            <a:lvl4pPr indent="-320039" lvl="3" marL="1828800" algn="l">
              <a:lnSpc>
                <a:spcPct val="100000"/>
              </a:lnSpc>
              <a:spcBef>
                <a:spcPts val="600"/>
              </a:spcBef>
              <a:spcAft>
                <a:spcPts val="0"/>
              </a:spcAft>
              <a:buSzPts val="1440"/>
              <a:buChar char="▶"/>
              <a:defRPr/>
            </a:lvl4pPr>
            <a:lvl5pPr indent="-320039" lvl="4" marL="2286000" algn="l">
              <a:lnSpc>
                <a:spcPct val="100000"/>
              </a:lnSpc>
              <a:spcBef>
                <a:spcPts val="600"/>
              </a:spcBef>
              <a:spcAft>
                <a:spcPts val="0"/>
              </a:spcAft>
              <a:buSzPts val="1440"/>
              <a:buChar char="▶"/>
              <a:defRPr/>
            </a:lvl5pPr>
            <a:lvl6pPr indent="-320039" lvl="5" marL="2743200" algn="l">
              <a:lnSpc>
                <a:spcPct val="100000"/>
              </a:lnSpc>
              <a:spcBef>
                <a:spcPts val="600"/>
              </a:spcBef>
              <a:spcAft>
                <a:spcPts val="0"/>
              </a:spcAft>
              <a:buSzPts val="1440"/>
              <a:buChar char="▶"/>
              <a:defRPr/>
            </a:lvl6pPr>
            <a:lvl7pPr indent="-320039" lvl="6" marL="3200400" algn="l">
              <a:lnSpc>
                <a:spcPct val="100000"/>
              </a:lnSpc>
              <a:spcBef>
                <a:spcPts val="600"/>
              </a:spcBef>
              <a:spcAft>
                <a:spcPts val="0"/>
              </a:spcAft>
              <a:buSzPts val="1440"/>
              <a:buChar char="▶"/>
              <a:defRPr/>
            </a:lvl7pPr>
            <a:lvl8pPr indent="-320040" lvl="7" marL="3657600" algn="l">
              <a:lnSpc>
                <a:spcPct val="100000"/>
              </a:lnSpc>
              <a:spcBef>
                <a:spcPts val="600"/>
              </a:spcBef>
              <a:spcAft>
                <a:spcPts val="0"/>
              </a:spcAft>
              <a:buSzPts val="1440"/>
              <a:buChar char="▶"/>
              <a:defRPr/>
            </a:lvl8pPr>
            <a:lvl9pPr indent="-320040" lvl="8" marL="4114800" algn="l">
              <a:lnSpc>
                <a:spcPct val="100000"/>
              </a:lnSpc>
              <a:spcBef>
                <a:spcPts val="600"/>
              </a:spcBef>
              <a:spcAft>
                <a:spcPts val="600"/>
              </a:spcAft>
              <a:buSzPts val="1440"/>
              <a:buChar char="▶"/>
              <a:defRPr/>
            </a:lvl9pPr>
          </a:lstStyle>
          <a:p/>
        </p:txBody>
      </p:sp>
      <p:sp>
        <p:nvSpPr>
          <p:cNvPr id="132" name="Google Shape;132;p47"/>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3" name="Google Shape;133;p47"/>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47"/>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6" Type="http://schemas.openxmlformats.org/officeDocument/2006/relationships/slideLayout" Target="../slideLayouts/slideLayout6.xml"/><Relationship Id="rId18"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62D2EF"/>
            </a:gs>
            <a:gs pos="10000">
              <a:srgbClr val="62D2EF"/>
            </a:gs>
            <a:gs pos="100000">
              <a:srgbClr val="05578D"/>
            </a:gs>
          </a:gsLst>
          <a:lin ang="6120000" scaled="0"/>
        </a:gradFill>
      </p:bgPr>
    </p:bg>
    <p:spTree>
      <p:nvGrpSpPr>
        <p:cNvPr id="5" name="Shape 5"/>
        <p:cNvGrpSpPr/>
        <p:nvPr/>
      </p:nvGrpSpPr>
      <p:grpSpPr>
        <a:xfrm>
          <a:off x="0" y="0"/>
          <a:ext cx="0" cy="0"/>
          <a:chOff x="0" y="0"/>
          <a:chExt cx="0" cy="0"/>
        </a:xfrm>
      </p:grpSpPr>
      <p:grpSp>
        <p:nvGrpSpPr>
          <p:cNvPr id="6" name="Google Shape;6;p30"/>
          <p:cNvGrpSpPr/>
          <p:nvPr/>
        </p:nvGrpSpPr>
        <p:grpSpPr>
          <a:xfrm>
            <a:off x="9206969" y="2963333"/>
            <a:ext cx="2981859" cy="3208867"/>
            <a:chOff x="9206969" y="2963333"/>
            <a:chExt cx="2981859" cy="3208867"/>
          </a:xfrm>
        </p:grpSpPr>
        <p:cxnSp>
          <p:nvCxnSpPr>
            <p:cNvPr id="7" name="Google Shape;7;p30"/>
            <p:cNvCxnSpPr/>
            <p:nvPr/>
          </p:nvCxnSpPr>
          <p:spPr>
            <a:xfrm flipH="1">
              <a:off x="11276012" y="2963333"/>
              <a:ext cx="912814" cy="912812"/>
            </a:xfrm>
            <a:prstGeom prst="straightConnector1">
              <a:avLst/>
            </a:prstGeom>
            <a:noFill/>
            <a:ln cap="flat" cmpd="sng" w="9525">
              <a:solidFill>
                <a:schemeClr val="lt1"/>
              </a:solidFill>
              <a:prstDash val="solid"/>
              <a:round/>
              <a:headEnd len="sm" w="sm" type="none"/>
              <a:tailEnd len="sm" w="sm" type="none"/>
            </a:ln>
          </p:spPr>
        </p:cxnSp>
        <p:cxnSp>
          <p:nvCxnSpPr>
            <p:cNvPr id="8" name="Google Shape;8;p30"/>
            <p:cNvCxnSpPr/>
            <p:nvPr/>
          </p:nvCxnSpPr>
          <p:spPr>
            <a:xfrm flipH="1">
              <a:off x="9206969" y="3190344"/>
              <a:ext cx="2981857" cy="2981856"/>
            </a:xfrm>
            <a:prstGeom prst="straightConnector1">
              <a:avLst/>
            </a:prstGeom>
            <a:noFill/>
            <a:ln cap="flat" cmpd="sng" w="9525">
              <a:solidFill>
                <a:schemeClr val="lt1"/>
              </a:solidFill>
              <a:prstDash val="solid"/>
              <a:round/>
              <a:headEnd len="sm" w="sm" type="none"/>
              <a:tailEnd len="sm" w="sm" type="none"/>
            </a:ln>
          </p:spPr>
        </p:cxnSp>
        <p:cxnSp>
          <p:nvCxnSpPr>
            <p:cNvPr id="9" name="Google Shape;9;p30"/>
            <p:cNvCxnSpPr/>
            <p:nvPr/>
          </p:nvCxnSpPr>
          <p:spPr>
            <a:xfrm flipH="1">
              <a:off x="10292292" y="3285067"/>
              <a:ext cx="1896534" cy="1896533"/>
            </a:xfrm>
            <a:prstGeom prst="straightConnector1">
              <a:avLst/>
            </a:prstGeom>
            <a:noFill/>
            <a:ln cap="flat" cmpd="sng" w="9525">
              <a:solidFill>
                <a:schemeClr val="lt1"/>
              </a:solidFill>
              <a:prstDash val="solid"/>
              <a:round/>
              <a:headEnd len="sm" w="sm" type="none"/>
              <a:tailEnd len="sm" w="sm" type="none"/>
            </a:ln>
          </p:spPr>
        </p:cxnSp>
        <p:cxnSp>
          <p:nvCxnSpPr>
            <p:cNvPr id="10" name="Google Shape;10;p30"/>
            <p:cNvCxnSpPr/>
            <p:nvPr/>
          </p:nvCxnSpPr>
          <p:spPr>
            <a:xfrm flipH="1">
              <a:off x="10443103" y="3131080"/>
              <a:ext cx="1745722" cy="1745720"/>
            </a:xfrm>
            <a:prstGeom prst="straightConnector1">
              <a:avLst/>
            </a:prstGeom>
            <a:noFill/>
            <a:ln cap="flat" cmpd="sng" w="28575">
              <a:solidFill>
                <a:schemeClr val="lt1"/>
              </a:solidFill>
              <a:prstDash val="solid"/>
              <a:round/>
              <a:headEnd len="sm" w="sm" type="none"/>
              <a:tailEnd len="sm" w="sm" type="none"/>
            </a:ln>
          </p:spPr>
        </p:cxnSp>
        <p:cxnSp>
          <p:nvCxnSpPr>
            <p:cNvPr id="11" name="Google Shape;11;p30"/>
            <p:cNvCxnSpPr/>
            <p:nvPr/>
          </p:nvCxnSpPr>
          <p:spPr>
            <a:xfrm flipH="1">
              <a:off x="10918826" y="3683001"/>
              <a:ext cx="1270001" cy="1269999"/>
            </a:xfrm>
            <a:prstGeom prst="straightConnector1">
              <a:avLst/>
            </a:prstGeom>
            <a:noFill/>
            <a:ln cap="flat" cmpd="sng" w="28575">
              <a:solidFill>
                <a:schemeClr val="lt1"/>
              </a:solidFill>
              <a:prstDash val="solid"/>
              <a:round/>
              <a:headEnd len="sm" w="sm" type="none"/>
              <a:tailEnd len="sm" w="sm" type="none"/>
            </a:ln>
          </p:spPr>
        </p:cxnSp>
      </p:grpSp>
      <p:sp>
        <p:nvSpPr>
          <p:cNvPr id="12" name="Google Shape;12;p30"/>
          <p:cNvSpPr txBox="1"/>
          <p:nvPr>
            <p:ph type="title"/>
          </p:nvPr>
        </p:nvSpPr>
        <p:spPr>
          <a:xfrm>
            <a:off x="684212" y="4487332"/>
            <a:ext cx="8534400" cy="1507067"/>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chemeClr val="lt1"/>
              </a:buClr>
              <a:buSzPts val="3600"/>
              <a:buFont typeface="Century Gothic"/>
              <a:buNone/>
              <a:defRPr b="0" i="0" sz="3600" u="none" cap="none" strike="noStrike">
                <a:solidFill>
                  <a:schemeClr val="lt1"/>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2"/>
                </a:solidFill>
                <a:latin typeface="Arial"/>
                <a:ea typeface="Arial"/>
                <a:cs typeface="Arial"/>
                <a:sym typeface="Arial"/>
              </a:defRPr>
            </a:lvl9pPr>
          </a:lstStyle>
          <a:p/>
        </p:txBody>
      </p:sp>
      <p:sp>
        <p:nvSpPr>
          <p:cNvPr id="13" name="Google Shape;13;p30"/>
          <p:cNvSpPr txBox="1"/>
          <p:nvPr>
            <p:ph idx="1" type="body"/>
          </p:nvPr>
        </p:nvSpPr>
        <p:spPr>
          <a:xfrm>
            <a:off x="684212" y="685800"/>
            <a:ext cx="8534400" cy="3615267"/>
          </a:xfrm>
          <a:prstGeom prst="rect">
            <a:avLst/>
          </a:prstGeom>
          <a:noFill/>
          <a:ln>
            <a:noFill/>
          </a:ln>
        </p:spPr>
        <p:txBody>
          <a:bodyPr anchorCtr="0" anchor="ctr" bIns="45700" lIns="91425" spcFirstLastPara="1" rIns="91425" wrap="square" tIns="45700">
            <a:normAutofit/>
          </a:bodyPr>
          <a:lstStyle>
            <a:lvl1pPr indent="-330200" lvl="0" marL="457200" marR="0" rtl="0" algn="l">
              <a:lnSpc>
                <a:spcPct val="100000"/>
              </a:lnSpc>
              <a:spcBef>
                <a:spcPts val="400"/>
              </a:spcBef>
              <a:spcAft>
                <a:spcPts val="0"/>
              </a:spcAft>
              <a:buClr>
                <a:schemeClr val="lt1"/>
              </a:buClr>
              <a:buSzPts val="1600"/>
              <a:buFont typeface="Noto Sans Symbols"/>
              <a:buChar char="▶"/>
              <a:defRPr b="0" i="0" sz="2000" u="none" cap="none" strike="noStrike">
                <a:solidFill>
                  <a:srgbClr val="0F486F"/>
                </a:solidFill>
                <a:latin typeface="Century Gothic"/>
                <a:ea typeface="Century Gothic"/>
                <a:cs typeface="Century Gothic"/>
                <a:sym typeface="Century Gothic"/>
              </a:defRPr>
            </a:lvl1pPr>
            <a:lvl2pPr indent="-320040" lvl="1" marL="914400" marR="0" rtl="0" algn="l">
              <a:lnSpc>
                <a:spcPct val="100000"/>
              </a:lnSpc>
              <a:spcBef>
                <a:spcPts val="600"/>
              </a:spcBef>
              <a:spcAft>
                <a:spcPts val="0"/>
              </a:spcAft>
              <a:buClr>
                <a:schemeClr val="lt1"/>
              </a:buClr>
              <a:buSzPts val="1440"/>
              <a:buFont typeface="Noto Sans Symbols"/>
              <a:buChar char="▶"/>
              <a:defRPr b="0" i="0" sz="1800" u="none" cap="none" strike="noStrike">
                <a:solidFill>
                  <a:srgbClr val="0F486F"/>
                </a:solidFill>
                <a:latin typeface="Century Gothic"/>
                <a:ea typeface="Century Gothic"/>
                <a:cs typeface="Century Gothic"/>
                <a:sym typeface="Century Gothic"/>
              </a:defRPr>
            </a:lvl2pPr>
            <a:lvl3pPr indent="-309880" lvl="2" marL="1371600" marR="0" rtl="0" algn="l">
              <a:lnSpc>
                <a:spcPct val="100000"/>
              </a:lnSpc>
              <a:spcBef>
                <a:spcPts val="600"/>
              </a:spcBef>
              <a:spcAft>
                <a:spcPts val="0"/>
              </a:spcAft>
              <a:buClr>
                <a:schemeClr val="lt1"/>
              </a:buClr>
              <a:buSzPts val="1280"/>
              <a:buFont typeface="Noto Sans Symbols"/>
              <a:buChar char="▶"/>
              <a:defRPr b="0" i="0" sz="1600" u="none" cap="none" strike="noStrike">
                <a:solidFill>
                  <a:srgbClr val="0F486F"/>
                </a:solidFill>
                <a:latin typeface="Century Gothic"/>
                <a:ea typeface="Century Gothic"/>
                <a:cs typeface="Century Gothic"/>
                <a:sym typeface="Century Gothic"/>
              </a:defRPr>
            </a:lvl3pPr>
            <a:lvl4pPr indent="-299719" lvl="3" marL="1828800" marR="0" rtl="0" algn="l">
              <a:lnSpc>
                <a:spcPct val="100000"/>
              </a:lnSpc>
              <a:spcBef>
                <a:spcPts val="600"/>
              </a:spcBef>
              <a:spcAft>
                <a:spcPts val="0"/>
              </a:spcAft>
              <a:buClr>
                <a:schemeClr val="lt1"/>
              </a:buClr>
              <a:buSzPts val="1120"/>
              <a:buFont typeface="Noto Sans Symbols"/>
              <a:buChar char="▶"/>
              <a:defRPr b="0" i="0" sz="1400" u="none" cap="none" strike="noStrike">
                <a:solidFill>
                  <a:srgbClr val="0F486F"/>
                </a:solidFill>
                <a:latin typeface="Century Gothic"/>
                <a:ea typeface="Century Gothic"/>
                <a:cs typeface="Century Gothic"/>
                <a:sym typeface="Century Gothic"/>
              </a:defRPr>
            </a:lvl4pPr>
            <a:lvl5pPr indent="-299720" lvl="4" marL="2286000" marR="0" rtl="0" algn="l">
              <a:lnSpc>
                <a:spcPct val="100000"/>
              </a:lnSpc>
              <a:spcBef>
                <a:spcPts val="600"/>
              </a:spcBef>
              <a:spcAft>
                <a:spcPts val="0"/>
              </a:spcAft>
              <a:buClr>
                <a:schemeClr val="lt1"/>
              </a:buClr>
              <a:buSzPts val="1120"/>
              <a:buFont typeface="Noto Sans Symbols"/>
              <a:buChar char="▶"/>
              <a:defRPr b="0" i="0" sz="1400" u="none" cap="none" strike="noStrike">
                <a:solidFill>
                  <a:srgbClr val="0F486F"/>
                </a:solidFill>
                <a:latin typeface="Century Gothic"/>
                <a:ea typeface="Century Gothic"/>
                <a:cs typeface="Century Gothic"/>
                <a:sym typeface="Century Gothic"/>
              </a:defRPr>
            </a:lvl5pPr>
            <a:lvl6pPr indent="-299720" lvl="5" marL="2743200" marR="0" rtl="0" algn="l">
              <a:lnSpc>
                <a:spcPct val="100000"/>
              </a:lnSpc>
              <a:spcBef>
                <a:spcPts val="600"/>
              </a:spcBef>
              <a:spcAft>
                <a:spcPts val="0"/>
              </a:spcAft>
              <a:buClr>
                <a:schemeClr val="lt1"/>
              </a:buClr>
              <a:buSzPts val="1120"/>
              <a:buFont typeface="Noto Sans Symbols"/>
              <a:buChar char="▶"/>
              <a:defRPr b="0" i="0" sz="1400" u="none" cap="none" strike="noStrike">
                <a:solidFill>
                  <a:srgbClr val="0F486F"/>
                </a:solidFill>
                <a:latin typeface="Century Gothic"/>
                <a:ea typeface="Century Gothic"/>
                <a:cs typeface="Century Gothic"/>
                <a:sym typeface="Century Gothic"/>
              </a:defRPr>
            </a:lvl6pPr>
            <a:lvl7pPr indent="-299720" lvl="6" marL="3200400" marR="0" rtl="0" algn="l">
              <a:lnSpc>
                <a:spcPct val="100000"/>
              </a:lnSpc>
              <a:spcBef>
                <a:spcPts val="600"/>
              </a:spcBef>
              <a:spcAft>
                <a:spcPts val="0"/>
              </a:spcAft>
              <a:buClr>
                <a:schemeClr val="lt1"/>
              </a:buClr>
              <a:buSzPts val="1120"/>
              <a:buFont typeface="Noto Sans Symbols"/>
              <a:buChar char="▶"/>
              <a:defRPr b="0" i="0" sz="1400" u="none" cap="none" strike="noStrike">
                <a:solidFill>
                  <a:srgbClr val="0F486F"/>
                </a:solidFill>
                <a:latin typeface="Century Gothic"/>
                <a:ea typeface="Century Gothic"/>
                <a:cs typeface="Century Gothic"/>
                <a:sym typeface="Century Gothic"/>
              </a:defRPr>
            </a:lvl7pPr>
            <a:lvl8pPr indent="-299720" lvl="7" marL="3657600" marR="0" rtl="0" algn="l">
              <a:lnSpc>
                <a:spcPct val="100000"/>
              </a:lnSpc>
              <a:spcBef>
                <a:spcPts val="600"/>
              </a:spcBef>
              <a:spcAft>
                <a:spcPts val="0"/>
              </a:spcAft>
              <a:buClr>
                <a:schemeClr val="lt1"/>
              </a:buClr>
              <a:buSzPts val="1120"/>
              <a:buFont typeface="Noto Sans Symbols"/>
              <a:buChar char="▶"/>
              <a:defRPr b="0" i="0" sz="1400" u="none" cap="none" strike="noStrike">
                <a:solidFill>
                  <a:srgbClr val="0F486F"/>
                </a:solidFill>
                <a:latin typeface="Century Gothic"/>
                <a:ea typeface="Century Gothic"/>
                <a:cs typeface="Century Gothic"/>
                <a:sym typeface="Century Gothic"/>
              </a:defRPr>
            </a:lvl8pPr>
            <a:lvl9pPr indent="-299720" lvl="8" marL="4114800" marR="0" rtl="0" algn="l">
              <a:lnSpc>
                <a:spcPct val="100000"/>
              </a:lnSpc>
              <a:spcBef>
                <a:spcPts val="600"/>
              </a:spcBef>
              <a:spcAft>
                <a:spcPts val="600"/>
              </a:spcAft>
              <a:buClr>
                <a:schemeClr val="lt1"/>
              </a:buClr>
              <a:buSzPts val="1120"/>
              <a:buFont typeface="Noto Sans Symbols"/>
              <a:buChar char="▶"/>
              <a:defRPr b="0" i="0" sz="1400" u="none" cap="none" strike="noStrike">
                <a:solidFill>
                  <a:srgbClr val="0F486F"/>
                </a:solidFill>
                <a:latin typeface="Century Gothic"/>
                <a:ea typeface="Century Gothic"/>
                <a:cs typeface="Century Gothic"/>
                <a:sym typeface="Century Gothic"/>
              </a:defRPr>
            </a:lvl9pPr>
          </a:lstStyle>
          <a:p/>
        </p:txBody>
      </p:sp>
      <p:sp>
        <p:nvSpPr>
          <p:cNvPr id="14" name="Google Shape;14;p30"/>
          <p:cNvSpPr txBox="1"/>
          <p:nvPr>
            <p:ph idx="10" type="dt"/>
          </p:nvPr>
        </p:nvSpPr>
        <p:spPr>
          <a:xfrm>
            <a:off x="9904412" y="6172200"/>
            <a:ext cx="1600200" cy="365125"/>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000" u="none" cap="none" strike="noStrike">
                <a:solidFill>
                  <a:srgbClr val="09304A"/>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5" name="Google Shape;15;p30"/>
          <p:cNvSpPr txBox="1"/>
          <p:nvPr>
            <p:ph idx="11" type="ftr"/>
          </p:nvPr>
        </p:nvSpPr>
        <p:spPr>
          <a:xfrm>
            <a:off x="684212" y="6172200"/>
            <a:ext cx="7543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000" u="none" cap="none" strike="noStrike">
                <a:solidFill>
                  <a:srgbClr val="09304A"/>
                </a:solidFill>
                <a:latin typeface="Century Gothic"/>
                <a:ea typeface="Century Gothic"/>
                <a:cs typeface="Century Gothic"/>
                <a:sym typeface="Century Gothic"/>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lt1"/>
                </a:solidFill>
                <a:latin typeface="Century Gothic"/>
                <a:ea typeface="Century Gothic"/>
                <a:cs typeface="Century Gothic"/>
                <a:sym typeface="Century Gothic"/>
              </a:defRPr>
            </a:lvl9pPr>
          </a:lstStyle>
          <a:p/>
        </p:txBody>
      </p:sp>
      <p:sp>
        <p:nvSpPr>
          <p:cNvPr id="16" name="Google Shape;16;p30"/>
          <p:cNvSpPr txBox="1"/>
          <p:nvPr>
            <p:ph idx="12" type="sldNum"/>
          </p:nvPr>
        </p:nvSpPr>
        <p:spPr>
          <a:xfrm>
            <a:off x="10363200" y="5578475"/>
            <a:ext cx="1142245" cy="669925"/>
          </a:xfrm>
          <a:prstGeom prst="rect">
            <a:avLst/>
          </a:prstGeom>
          <a:noFill/>
          <a:ln>
            <a:noFill/>
          </a:ln>
        </p:spPr>
        <p:txBody>
          <a:bodyPr anchorCtr="0" anchor="b" bIns="45700" lIns="91425" spcFirstLastPara="1" rIns="91425" wrap="square" tIns="45700">
            <a:noAutofit/>
          </a:bodyPr>
          <a:lstStyle>
            <a:lvl1pPr indent="0" lvl="0" marL="0" marR="0" rtl="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3200"/>
              <a:buFont typeface="Arial"/>
              <a:buNone/>
              <a:defRPr b="0" i="0" sz="3200" u="none" cap="none" strike="noStrike">
                <a:solidFill>
                  <a:srgbClr val="09304A"/>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s-PE"/>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4B4B4B"/>
            </a:gs>
            <a:gs pos="100000">
              <a:schemeClr val="dk1"/>
            </a:gs>
          </a:gsLst>
          <a:path path="circle">
            <a:fillToRect b="50%" l="50%" r="50%" t="50%"/>
          </a:path>
          <a:tileRect/>
        </a:gradFill>
      </p:bgPr>
    </p:bg>
    <p:spTree>
      <p:nvGrpSpPr>
        <p:cNvPr id="138" name="Shape 138"/>
        <p:cNvGrpSpPr/>
        <p:nvPr/>
      </p:nvGrpSpPr>
      <p:grpSpPr>
        <a:xfrm>
          <a:off x="0" y="0"/>
          <a:ext cx="0" cy="0"/>
          <a:chOff x="0" y="0"/>
          <a:chExt cx="0" cy="0"/>
        </a:xfrm>
      </p:grpSpPr>
      <p:sp>
        <p:nvSpPr>
          <p:cNvPr id="139" name="Google Shape;139;p1"/>
          <p:cNvSpPr txBox="1"/>
          <p:nvPr/>
        </p:nvSpPr>
        <p:spPr>
          <a:xfrm>
            <a:off x="6579649" y="957219"/>
            <a:ext cx="4486991" cy="1049235"/>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3200"/>
              <a:buFont typeface="Arial"/>
              <a:buNone/>
            </a:pPr>
            <a:r>
              <a:rPr b="0" i="0" lang="es-PE" sz="3200" u="none" cap="none" strike="noStrike">
                <a:solidFill>
                  <a:schemeClr val="lt1"/>
                </a:solidFill>
                <a:latin typeface="Century Gothic"/>
                <a:ea typeface="Century Gothic"/>
                <a:cs typeface="Century Gothic"/>
                <a:sym typeface="Century Gothic"/>
              </a:rPr>
              <a:t>Trabajo Encargado </a:t>
            </a:r>
            <a:endParaRPr b="0" i="0" sz="1400" u="none" cap="none" strike="noStrike">
              <a:solidFill>
                <a:srgbClr val="000000"/>
              </a:solidFill>
              <a:latin typeface="Arial"/>
              <a:ea typeface="Arial"/>
              <a:cs typeface="Arial"/>
              <a:sym typeface="Arial"/>
            </a:endParaRPr>
          </a:p>
        </p:txBody>
      </p:sp>
      <p:pic>
        <p:nvPicPr>
          <p:cNvPr descr="Escudos Unalm" id="140" name="Google Shape;140;p1"/>
          <p:cNvPicPr preferRelativeResize="0"/>
          <p:nvPr/>
        </p:nvPicPr>
        <p:blipFill rotWithShape="1">
          <a:blip r:embed="rId3">
            <a:alphaModFix/>
          </a:blip>
          <a:srcRect b="0" l="0" r="0" t="0"/>
          <a:stretch/>
        </p:blipFill>
        <p:spPr>
          <a:xfrm>
            <a:off x="1557512" y="805583"/>
            <a:ext cx="4105475" cy="4660762"/>
          </a:xfrm>
          <a:prstGeom prst="rect">
            <a:avLst/>
          </a:prstGeom>
          <a:noFill/>
          <a:ln>
            <a:noFill/>
          </a:ln>
        </p:spPr>
      </p:pic>
      <p:sp>
        <p:nvSpPr>
          <p:cNvPr id="141" name="Google Shape;141;p1"/>
          <p:cNvSpPr txBox="1"/>
          <p:nvPr/>
        </p:nvSpPr>
        <p:spPr>
          <a:xfrm>
            <a:off x="6579648" y="2164761"/>
            <a:ext cx="4486992" cy="3301584"/>
          </a:xfrm>
          <a:prstGeom prst="rect">
            <a:avLst/>
          </a:prstGeom>
          <a:noFill/>
          <a:ln>
            <a:noFill/>
          </a:ln>
        </p:spPr>
        <p:txBody>
          <a:bodyPr anchorCtr="0" anchor="t" bIns="45700" lIns="91425" spcFirstLastPara="1" rIns="91425" wrap="square" tIns="45700">
            <a:normAutofit/>
          </a:bodyPr>
          <a:lstStyle/>
          <a:p>
            <a:pPr indent="-114300" lvl="0" marL="0" marR="0" rtl="0" algn="l">
              <a:lnSpc>
                <a:spcPct val="120000"/>
              </a:lnSpc>
              <a:spcBef>
                <a:spcPts val="0"/>
              </a:spcBef>
              <a:spcAft>
                <a:spcPts val="0"/>
              </a:spcAft>
              <a:buClr>
                <a:schemeClr val="accent1"/>
              </a:buClr>
              <a:buSzPts val="1800"/>
              <a:buFont typeface="Arial"/>
              <a:buChar char="•"/>
            </a:pPr>
            <a:r>
              <a:rPr b="0" i="0" lang="es-PE" sz="1800" u="none" cap="none" strike="noStrike">
                <a:solidFill>
                  <a:schemeClr val="lt1"/>
                </a:solidFill>
                <a:latin typeface="Century Gothic"/>
                <a:ea typeface="Century Gothic"/>
                <a:cs typeface="Century Gothic"/>
                <a:sym typeface="Century Gothic"/>
              </a:rPr>
              <a:t>Integrantes</a:t>
            </a:r>
            <a:endParaRPr b="0" i="0" sz="1800" u="none" cap="none" strike="noStrike">
              <a:solidFill>
                <a:schemeClr val="lt1"/>
              </a:solidFill>
              <a:latin typeface="Century Gothic"/>
              <a:ea typeface="Century Gothic"/>
              <a:cs typeface="Century Gothic"/>
              <a:sym typeface="Century Gothic"/>
            </a:endParaRPr>
          </a:p>
          <a:p>
            <a:pPr indent="-228600" lvl="0" marL="571500" marR="0" rtl="0" algn="l">
              <a:lnSpc>
                <a:spcPct val="120000"/>
              </a:lnSpc>
              <a:spcBef>
                <a:spcPts val="600"/>
              </a:spcBef>
              <a:spcAft>
                <a:spcPts val="0"/>
              </a:spcAft>
              <a:buClr>
                <a:schemeClr val="accent1"/>
              </a:buClr>
              <a:buSzPts val="1800"/>
              <a:buFont typeface="Arial"/>
              <a:buChar char="•"/>
            </a:pPr>
            <a:r>
              <a:rPr b="0" i="0" lang="es-PE" sz="1800" u="none" cap="none" strike="noStrike">
                <a:solidFill>
                  <a:schemeClr val="lt1"/>
                </a:solidFill>
                <a:latin typeface="Century Gothic"/>
                <a:ea typeface="Century Gothic"/>
                <a:cs typeface="Century Gothic"/>
                <a:sym typeface="Century Gothic"/>
              </a:rPr>
              <a:t>Gutiérrez Saldaña, Luis</a:t>
            </a:r>
            <a:endParaRPr b="0" i="0" sz="1400" u="none" cap="none" strike="noStrike">
              <a:solidFill>
                <a:srgbClr val="000000"/>
              </a:solidFill>
              <a:latin typeface="Arial"/>
              <a:ea typeface="Arial"/>
              <a:cs typeface="Arial"/>
              <a:sym typeface="Arial"/>
            </a:endParaRPr>
          </a:p>
          <a:p>
            <a:pPr indent="-228600" lvl="0" marL="571500" marR="0" rtl="0" algn="l">
              <a:lnSpc>
                <a:spcPct val="120000"/>
              </a:lnSpc>
              <a:spcBef>
                <a:spcPts val="600"/>
              </a:spcBef>
              <a:spcAft>
                <a:spcPts val="0"/>
              </a:spcAft>
              <a:buClr>
                <a:schemeClr val="accent1"/>
              </a:buClr>
              <a:buSzPts val="1800"/>
              <a:buFont typeface="Arial"/>
              <a:buChar char="•"/>
            </a:pPr>
            <a:r>
              <a:rPr b="0" i="0" lang="es-PE" sz="1800" u="none" cap="none" strike="noStrike">
                <a:solidFill>
                  <a:schemeClr val="lt1"/>
                </a:solidFill>
                <a:latin typeface="Century Gothic"/>
                <a:ea typeface="Century Gothic"/>
                <a:cs typeface="Century Gothic"/>
                <a:sym typeface="Century Gothic"/>
              </a:rPr>
              <a:t>Cruzate Contreras,Christian</a:t>
            </a:r>
            <a:endParaRPr b="0" i="0" sz="1800" u="none" cap="none" strike="noStrike">
              <a:solidFill>
                <a:schemeClr val="lt1"/>
              </a:solidFill>
              <a:latin typeface="Century Gothic"/>
              <a:ea typeface="Century Gothic"/>
              <a:cs typeface="Century Gothic"/>
              <a:sym typeface="Century Gothic"/>
            </a:endParaRPr>
          </a:p>
          <a:p>
            <a:pPr indent="-228600" lvl="0" marL="571500" marR="0" rtl="0" algn="l">
              <a:lnSpc>
                <a:spcPct val="120000"/>
              </a:lnSpc>
              <a:spcBef>
                <a:spcPts val="600"/>
              </a:spcBef>
              <a:spcAft>
                <a:spcPts val="0"/>
              </a:spcAft>
              <a:buClr>
                <a:schemeClr val="accent1"/>
              </a:buClr>
              <a:buSzPts val="1800"/>
              <a:buFont typeface="Arial"/>
              <a:buChar char="•"/>
            </a:pPr>
            <a:r>
              <a:rPr b="0" i="0" lang="es-PE" sz="1800" u="none" cap="none" strike="noStrike">
                <a:solidFill>
                  <a:schemeClr val="lt1"/>
                </a:solidFill>
                <a:latin typeface="Roboto"/>
                <a:ea typeface="Roboto"/>
                <a:cs typeface="Roboto"/>
                <a:sym typeface="Roboto"/>
              </a:rPr>
              <a:t>Montoya Toribio Jenny Antonella</a:t>
            </a:r>
            <a:endParaRPr b="0"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
          <p:cNvSpPr txBox="1"/>
          <p:nvPr/>
        </p:nvSpPr>
        <p:spPr>
          <a:xfrm>
            <a:off x="1026943" y="1730325"/>
            <a:ext cx="9777046" cy="230832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PE" sz="4400" u="none" cap="none" strike="noStrike">
                <a:solidFill>
                  <a:schemeClr val="dk1"/>
                </a:solidFill>
                <a:latin typeface="Century Gothic"/>
                <a:ea typeface="Century Gothic"/>
                <a:cs typeface="Century Gothic"/>
                <a:sym typeface="Century Gothic"/>
              </a:rPr>
              <a:t>Objetivos:</a:t>
            </a:r>
            <a:endParaRPr b="1" i="0" sz="54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chemeClr val="lt1"/>
                </a:solidFill>
                <a:latin typeface="Century Gothic"/>
                <a:ea typeface="Century Gothic"/>
                <a:cs typeface="Century Gothic"/>
                <a:sym typeface="Century Gothic"/>
              </a:rPr>
              <a:t>🔑 Identificar los parámetros de calidad de agua más importantes o relevantes.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chemeClr val="lt1"/>
                </a:solidFill>
                <a:latin typeface="Century Gothic"/>
                <a:ea typeface="Century Gothic"/>
                <a:cs typeface="Century Gothic"/>
                <a:sym typeface="Century Gothic"/>
              </a:rPr>
              <a:t>🔑 Identificar relaciones entre parámetros de calidad de agua.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3"/>
          <p:cNvSpPr txBox="1"/>
          <p:nvPr/>
        </p:nvSpPr>
        <p:spPr>
          <a:xfrm>
            <a:off x="886265" y="2053882"/>
            <a:ext cx="10199078" cy="169277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0" i="0" lang="es-PE" sz="7200" u="none" cap="none" strike="noStrike">
                <a:solidFill>
                  <a:schemeClr val="lt1"/>
                </a:solidFill>
                <a:latin typeface="Century Gothic"/>
                <a:ea typeface="Century Gothic"/>
                <a:cs typeface="Century Gothic"/>
                <a:sym typeface="Century Gothic"/>
              </a:rPr>
              <a:t>ANALISIS  DESCRIPTIVO </a:t>
            </a:r>
            <a:endParaRPr b="0" i="0" sz="14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3200"/>
              <a:buFont typeface="Arial"/>
              <a:buNone/>
            </a:pPr>
            <a:r>
              <a:rPr b="0" i="0" lang="es-PE" sz="3200" u="none" cap="none" strike="noStrike">
                <a:solidFill>
                  <a:schemeClr val="lt1"/>
                </a:solidFill>
                <a:latin typeface="Century Gothic"/>
                <a:ea typeface="Century Gothic"/>
                <a:cs typeface="Century Gothic"/>
                <a:sym typeface="Century Gothic"/>
              </a:rPr>
              <a:t>(DE LAS 84 OBSERVACIONES Y 24 VARIABLES)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4"/>
          <p:cNvPicPr preferRelativeResize="0"/>
          <p:nvPr/>
        </p:nvPicPr>
        <p:blipFill rotWithShape="1">
          <a:blip r:embed="rId3">
            <a:alphaModFix/>
          </a:blip>
          <a:srcRect b="0" l="0" r="0" t="0"/>
          <a:stretch/>
        </p:blipFill>
        <p:spPr>
          <a:xfrm>
            <a:off x="829994" y="942535"/>
            <a:ext cx="10522633" cy="5598942"/>
          </a:xfrm>
          <a:prstGeom prst="rect">
            <a:avLst/>
          </a:prstGeom>
          <a:noFill/>
          <a:ln>
            <a:noFill/>
          </a:ln>
        </p:spPr>
      </p:pic>
      <p:sp>
        <p:nvSpPr>
          <p:cNvPr id="157" name="Google Shape;157;p4"/>
          <p:cNvSpPr txBox="1"/>
          <p:nvPr/>
        </p:nvSpPr>
        <p:spPr>
          <a:xfrm>
            <a:off x="1228575" y="316527"/>
            <a:ext cx="10204500" cy="6465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0" i="0" lang="es-PE" sz="1800" u="none" cap="none" strike="noStrike">
                <a:solidFill>
                  <a:schemeClr val="lt1"/>
                </a:solidFill>
                <a:latin typeface="Century Gothic"/>
                <a:ea typeface="Century Gothic"/>
                <a:cs typeface="Century Gothic"/>
                <a:sym typeface="Century Gothic"/>
              </a:rPr>
              <a:t>TESISTA aplico la matrix de correlación de spearman,esta se utiliza para variables de  tipo escala ordinal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pic>
        <p:nvPicPr>
          <p:cNvPr id="162" name="Google Shape;162;p5"/>
          <p:cNvPicPr preferRelativeResize="0"/>
          <p:nvPr/>
        </p:nvPicPr>
        <p:blipFill rotWithShape="1">
          <a:blip r:embed="rId3">
            <a:alphaModFix/>
          </a:blip>
          <a:srcRect b="0" l="0" r="0" t="0"/>
          <a:stretch/>
        </p:blipFill>
        <p:spPr>
          <a:xfrm>
            <a:off x="1359875" y="1353735"/>
            <a:ext cx="9861453" cy="4582832"/>
          </a:xfrm>
          <a:prstGeom prst="rect">
            <a:avLst/>
          </a:prstGeom>
          <a:noFill/>
          <a:ln>
            <a:noFill/>
          </a:ln>
        </p:spPr>
      </p:pic>
      <p:sp>
        <p:nvSpPr>
          <p:cNvPr id="163" name="Google Shape;163;p5"/>
          <p:cNvSpPr txBox="1"/>
          <p:nvPr/>
        </p:nvSpPr>
        <p:spPr>
          <a:xfrm>
            <a:off x="914400" y="316523"/>
            <a:ext cx="10860258"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EQUIPO3 aplico la matriz de correlación de Pearson, para variables de tipo escala</a:t>
            </a:r>
            <a:r>
              <a:rPr b="0" i="0" lang="es-PE" sz="1800" u="none" cap="none" strike="noStrike">
                <a:solidFill>
                  <a:schemeClr val="lt1"/>
                </a:solidFill>
                <a:latin typeface="Century Gothic"/>
                <a:ea typeface="Century Gothic"/>
                <a:cs typeface="Century Gothic"/>
                <a:sym typeface="Century Gothic"/>
              </a:rPr>
              <a:t> intervalo y razón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6"/>
          <p:cNvSpPr txBox="1"/>
          <p:nvPr/>
        </p:nvSpPr>
        <p:spPr>
          <a:xfrm>
            <a:off x="1448975" y="1120676"/>
            <a:ext cx="9777046"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chemeClr val="dk1"/>
                </a:solidFill>
                <a:latin typeface="Century Gothic"/>
                <a:ea typeface="Century Gothic"/>
                <a:cs typeface="Century Gothic"/>
                <a:sym typeface="Century Gothic"/>
              </a:rPr>
              <a:t>Resultados: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entury Gothic"/>
              <a:ea typeface="Century Gothic"/>
              <a:cs typeface="Century Gothic"/>
              <a:sym typeface="Century Gothic"/>
            </a:endParaRPr>
          </a:p>
        </p:txBody>
      </p:sp>
      <p:sp>
        <p:nvSpPr>
          <p:cNvPr id="169" name="Google Shape;169;p6"/>
          <p:cNvSpPr txBox="1"/>
          <p:nvPr/>
        </p:nvSpPr>
        <p:spPr>
          <a:xfrm>
            <a:off x="1448975" y="2060878"/>
            <a:ext cx="9777000" cy="1939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chemeClr val="lt1"/>
                </a:solidFill>
                <a:latin typeface="Century Gothic"/>
                <a:ea typeface="Century Gothic"/>
                <a:cs typeface="Century Gothic"/>
                <a:sym typeface="Century Gothic"/>
              </a:rPr>
              <a:t>🔑Tanto en el análisis  de la matriz de Pearson usado por el equipo3 como matriz spearman usado por el tesista  dieron similares resultados, es decir que existe correlación entre las variables.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entury Gothic"/>
              <a:ea typeface="Century Gothic"/>
              <a:cs typeface="Century Gothic"/>
              <a:sym typeface="Century Gothic"/>
            </a:endParaRPr>
          </a:p>
        </p:txBody>
      </p:sp>
      <p:sp>
        <p:nvSpPr>
          <p:cNvPr id="170" name="Google Shape;170;p6"/>
          <p:cNvSpPr txBox="1"/>
          <p:nvPr/>
        </p:nvSpPr>
        <p:spPr>
          <a:xfrm>
            <a:off x="1448975" y="3429000"/>
            <a:ext cx="9777046"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chemeClr val="lt1"/>
                </a:solidFill>
                <a:latin typeface="Century Gothic"/>
                <a:ea typeface="Century Gothic"/>
                <a:cs typeface="Century Gothic"/>
                <a:sym typeface="Century Gothic"/>
              </a:rPr>
              <a:t>Conclusiones: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entury Gothic"/>
              <a:ea typeface="Century Gothic"/>
              <a:cs typeface="Century Gothic"/>
              <a:sym typeface="Century Gothic"/>
            </a:endParaRPr>
          </a:p>
        </p:txBody>
      </p:sp>
      <p:sp>
        <p:nvSpPr>
          <p:cNvPr id="171" name="Google Shape;171;p6"/>
          <p:cNvSpPr txBox="1"/>
          <p:nvPr/>
        </p:nvSpPr>
        <p:spPr>
          <a:xfrm>
            <a:off x="1448975" y="4167664"/>
            <a:ext cx="9777046"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chemeClr val="lt1"/>
                </a:solidFill>
                <a:latin typeface="Century Gothic"/>
                <a:ea typeface="Century Gothic"/>
                <a:cs typeface="Century Gothic"/>
                <a:sym typeface="Century Gothic"/>
              </a:rPr>
              <a:t>🔑Se puede realizar el análisis factorial con las 84 observaciones y 24 variables.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7"/>
          <p:cNvSpPr txBox="1"/>
          <p:nvPr/>
        </p:nvSpPr>
        <p:spPr>
          <a:xfrm>
            <a:off x="1308298" y="3945937"/>
            <a:ext cx="9777046" cy="83099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chemeClr val="lt1"/>
                </a:solidFill>
                <a:latin typeface="Century Gothic"/>
                <a:ea typeface="Century Gothic"/>
                <a:cs typeface="Century Gothic"/>
                <a:sym typeface="Century Gothic"/>
              </a:rPr>
              <a:t>🔑Agrupamientos de los 84 meses, que fue del año 2009 de enero  hasta el año del 2015 de diciembre.</a:t>
            </a:r>
            <a:endParaRPr b="0" i="0" sz="1400" u="none" cap="none" strike="noStrike">
              <a:solidFill>
                <a:srgbClr val="000000"/>
              </a:solidFill>
              <a:latin typeface="Arial"/>
              <a:ea typeface="Arial"/>
              <a:cs typeface="Arial"/>
              <a:sym typeface="Arial"/>
            </a:endParaRPr>
          </a:p>
        </p:txBody>
      </p:sp>
      <p:sp>
        <p:nvSpPr>
          <p:cNvPr id="177" name="Google Shape;177;p7"/>
          <p:cNvSpPr txBox="1"/>
          <p:nvPr/>
        </p:nvSpPr>
        <p:spPr>
          <a:xfrm>
            <a:off x="1308298" y="3053863"/>
            <a:ext cx="977704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rgbClr val="FFC000"/>
                </a:solidFill>
                <a:latin typeface="Century Gothic"/>
                <a:ea typeface="Century Gothic"/>
                <a:cs typeface="Century Gothic"/>
                <a:sym typeface="Century Gothic"/>
              </a:rPr>
              <a:t>Equipo3</a:t>
            </a:r>
            <a:endParaRPr b="0" i="0" sz="1400" u="none" cap="none" strike="noStrike">
              <a:solidFill>
                <a:srgbClr val="000000"/>
              </a:solidFill>
              <a:latin typeface="Arial"/>
              <a:ea typeface="Arial"/>
              <a:cs typeface="Arial"/>
              <a:sym typeface="Arial"/>
            </a:endParaRPr>
          </a:p>
        </p:txBody>
      </p:sp>
      <p:sp>
        <p:nvSpPr>
          <p:cNvPr id="178" name="Google Shape;178;p7"/>
          <p:cNvSpPr txBox="1"/>
          <p:nvPr/>
        </p:nvSpPr>
        <p:spPr>
          <a:xfrm>
            <a:off x="1308298" y="2146161"/>
            <a:ext cx="9777046" cy="46166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chemeClr val="dk1"/>
                </a:solidFill>
                <a:latin typeface="Century Gothic"/>
                <a:ea typeface="Century Gothic"/>
                <a:cs typeface="Century Gothic"/>
                <a:sym typeface="Century Gothic"/>
              </a:rPr>
              <a:t>ANALISIS  CLUSTER JERARQUICO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8"/>
          <p:cNvSpPr txBox="1"/>
          <p:nvPr/>
        </p:nvSpPr>
        <p:spPr>
          <a:xfrm>
            <a:off x="1643574" y="1955225"/>
            <a:ext cx="5841000" cy="12006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chemeClr val="lt1"/>
                </a:solidFill>
                <a:latin typeface="Century Gothic"/>
                <a:ea typeface="Century Gothic"/>
                <a:cs typeface="Century Gothic"/>
                <a:sym typeface="Century Gothic"/>
              </a:rPr>
              <a:t>🏈Distancia Euclidiana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chemeClr val="lt1"/>
                </a:solidFill>
                <a:latin typeface="Century Gothic"/>
                <a:ea typeface="Century Gothic"/>
                <a:cs typeface="Century Gothic"/>
                <a:sym typeface="Century Gothic"/>
              </a:rPr>
              <a:t>🏈Método de enlace</a:t>
            </a:r>
            <a:r>
              <a:rPr lang="es-PE" sz="2400">
                <a:solidFill>
                  <a:schemeClr val="lt1"/>
                </a:solidFill>
                <a:latin typeface="Century Gothic"/>
                <a:ea typeface="Century Gothic"/>
                <a:cs typeface="Century Gothic"/>
                <a:sym typeface="Century Gothic"/>
              </a:rPr>
              <a:t>:  </a:t>
            </a:r>
            <a:r>
              <a:rPr b="0" i="0" lang="es-PE" sz="2400" u="none" cap="none" strike="noStrike">
                <a:solidFill>
                  <a:schemeClr val="lt1"/>
                </a:solidFill>
                <a:latin typeface="Century Gothic"/>
                <a:ea typeface="Century Gothic"/>
                <a:cs typeface="Century Gothic"/>
                <a:sym typeface="Century Gothic"/>
              </a:rPr>
              <a:t>Ward.D2</a:t>
            </a:r>
            <a:endParaRPr b="0" i="0" sz="1400" u="none" cap="none" strike="noStrike">
              <a:solidFill>
                <a:srgbClr val="000000"/>
              </a:solidFill>
              <a:latin typeface="Arial"/>
              <a:ea typeface="Arial"/>
              <a:cs typeface="Arial"/>
              <a:sym typeface="Arial"/>
            </a:endParaRPr>
          </a:p>
        </p:txBody>
      </p:sp>
      <p:sp>
        <p:nvSpPr>
          <p:cNvPr id="184" name="Google Shape;184;p8"/>
          <p:cNvSpPr txBox="1"/>
          <p:nvPr/>
        </p:nvSpPr>
        <p:spPr>
          <a:xfrm>
            <a:off x="1643578" y="800688"/>
            <a:ext cx="9777046" cy="1323439"/>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200"/>
              <a:buFont typeface="Arial"/>
              <a:buNone/>
            </a:pPr>
            <a:r>
              <a:rPr b="1" i="0" lang="es-PE" sz="3200" u="none" cap="none" strike="noStrike">
                <a:solidFill>
                  <a:schemeClr val="dk1"/>
                </a:solidFill>
                <a:latin typeface="Century Gothic"/>
                <a:ea typeface="Century Gothic"/>
                <a:cs typeface="Century Gothic"/>
                <a:sym typeface="Century Gothic"/>
              </a:rPr>
              <a:t>Metodología</a:t>
            </a:r>
            <a:endParaRPr b="1" i="0" sz="24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rgbClr val="FFC000"/>
                </a:solidFill>
                <a:latin typeface="Century Gothic"/>
                <a:ea typeface="Century Gothic"/>
                <a:cs typeface="Century Gothic"/>
                <a:sym typeface="Century Gothic"/>
              </a:rPr>
              <a:t>Equipo3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entury Gothic"/>
              <a:ea typeface="Century Gothic"/>
              <a:cs typeface="Century Gothic"/>
              <a:sym typeface="Century Gothic"/>
            </a:endParaRPr>
          </a:p>
        </p:txBody>
      </p:sp>
      <p:sp>
        <p:nvSpPr>
          <p:cNvPr id="185" name="Google Shape;185;p8"/>
          <p:cNvSpPr txBox="1"/>
          <p:nvPr/>
        </p:nvSpPr>
        <p:spPr>
          <a:xfrm>
            <a:off x="1643579" y="3525134"/>
            <a:ext cx="9680100" cy="2308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rgbClr val="FFC000"/>
                </a:solidFill>
                <a:latin typeface="Century Gothic"/>
                <a:ea typeface="Century Gothic"/>
                <a:cs typeface="Century Gothic"/>
                <a:sym typeface="Century Gothic"/>
              </a:rPr>
              <a:t>Tesista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chemeClr val="lt1"/>
                </a:solidFill>
                <a:latin typeface="Century Gothic"/>
                <a:ea typeface="Century Gothic"/>
                <a:cs typeface="Century Gothic"/>
                <a:sym typeface="Century Gothic"/>
              </a:rPr>
              <a:t>🏈Distancia Euclidiana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chemeClr val="lt1"/>
                </a:solidFill>
                <a:latin typeface="Century Gothic"/>
                <a:ea typeface="Century Gothic"/>
                <a:cs typeface="Century Gothic"/>
                <a:sym typeface="Century Gothic"/>
              </a:rPr>
              <a:t>🏈Método de enlace AVERAGE del paquete (UPGMA)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pic>
        <p:nvPicPr>
          <p:cNvPr descr="Gráfico, Gráfico de líneas&#10;&#10;Descripción generada automáticamente" id="190" name="Google Shape;190;p9"/>
          <p:cNvPicPr preferRelativeResize="0"/>
          <p:nvPr/>
        </p:nvPicPr>
        <p:blipFill rotWithShape="1">
          <a:blip r:embed="rId3">
            <a:alphaModFix/>
          </a:blip>
          <a:srcRect b="0" l="0" r="0" t="0"/>
          <a:stretch/>
        </p:blipFill>
        <p:spPr>
          <a:xfrm>
            <a:off x="1601376" y="1204686"/>
            <a:ext cx="8877938" cy="4470400"/>
          </a:xfrm>
          <a:prstGeom prst="rect">
            <a:avLst/>
          </a:prstGeom>
          <a:noFill/>
          <a:ln>
            <a:noFill/>
          </a:ln>
        </p:spPr>
      </p:pic>
      <p:sp>
        <p:nvSpPr>
          <p:cNvPr id="191" name="Google Shape;191;p9"/>
          <p:cNvSpPr txBox="1"/>
          <p:nvPr/>
        </p:nvSpPr>
        <p:spPr>
          <a:xfrm>
            <a:off x="1601375" y="677990"/>
            <a:ext cx="9777046" cy="156966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chemeClr val="dk1"/>
                </a:solidFill>
                <a:latin typeface="Century Gothic"/>
                <a:ea typeface="Century Gothic"/>
                <a:cs typeface="Century Gothic"/>
                <a:sym typeface="Century Gothic"/>
              </a:rPr>
              <a:t>Resultados: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0"/>
          <p:cNvSpPr txBox="1"/>
          <p:nvPr/>
        </p:nvSpPr>
        <p:spPr>
          <a:xfrm>
            <a:off x="870850" y="870850"/>
            <a:ext cx="10122300" cy="5264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chemeClr val="lt1"/>
                </a:solidFill>
                <a:latin typeface="Century Gothic"/>
                <a:ea typeface="Century Gothic"/>
                <a:cs typeface="Century Gothic"/>
                <a:sym typeface="Century Gothic"/>
              </a:rPr>
              <a:t>Según el gráfico de sedimentación deberíamos optar por quedarnos con 3 cluster pero al momento de realizar el agrupamiento de las variables podemos visualizar que el tercer cluster esta conformado de un solo mes en base a esto tomamos la decisión de quedarnos con 2 cluster.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02124"/>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202124"/>
                </a:solidFill>
                <a:latin typeface="Roboto"/>
                <a:ea typeface="Roboto"/>
                <a:cs typeface="Roboto"/>
                <a:sym typeface="Roboto"/>
              </a:rPr>
              <a:t>💎 Con 3 cluster</a:t>
            </a:r>
            <a:endParaRPr b="0" i="0" sz="1800" u="none" cap="none" strike="noStrike">
              <a:solidFill>
                <a:srgbClr val="202124"/>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02124"/>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lt1"/>
                </a:solidFill>
                <a:latin typeface="Century Gothic"/>
                <a:ea typeface="Century Gothic"/>
                <a:cs typeface="Century Gothic"/>
                <a:sym typeface="Century Gothic"/>
              </a:rPr>
              <a:t>grp</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lt1"/>
                </a:solidFill>
                <a:latin typeface="Century Gothic"/>
                <a:ea typeface="Century Gothic"/>
                <a:cs typeface="Century Gothic"/>
                <a:sym typeface="Century Gothic"/>
              </a:rPr>
              <a:t> 1   2     3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lt1"/>
                </a:solidFill>
                <a:latin typeface="Century Gothic"/>
                <a:ea typeface="Century Gothic"/>
                <a:cs typeface="Century Gothic"/>
                <a:sym typeface="Century Gothic"/>
              </a:rPr>
              <a:t>66 17  1 </a:t>
            </a:r>
            <a:endParaRPr b="0" i="0" sz="1800" u="none" cap="none" strike="noStrike">
              <a:solidFill>
                <a:srgbClr val="202124"/>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02124"/>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202124"/>
                </a:solidFill>
                <a:latin typeface="Roboto"/>
                <a:ea typeface="Roboto"/>
                <a:cs typeface="Roboto"/>
                <a:sym typeface="Roboto"/>
              </a:rPr>
              <a:t>💎Con 2 cluster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202124"/>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lt1"/>
                </a:solidFill>
                <a:latin typeface="Century Gothic"/>
                <a:ea typeface="Century Gothic"/>
                <a:cs typeface="Century Gothic"/>
                <a:sym typeface="Century Gothic"/>
              </a:rPr>
              <a:t>grp</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lt1"/>
                </a:solidFill>
                <a:latin typeface="Century Gothic"/>
                <a:ea typeface="Century Gothic"/>
                <a:cs typeface="Century Gothic"/>
                <a:sym typeface="Century Gothic"/>
              </a:rPr>
              <a:t> 1  2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chemeClr val="lt1"/>
                </a:solidFill>
                <a:latin typeface="Century Gothic"/>
                <a:ea typeface="Century Gothic"/>
                <a:cs typeface="Century Gothic"/>
                <a:sym typeface="Century Gothic"/>
              </a:rPr>
              <a:t>66 18</a:t>
            </a:r>
            <a:endParaRPr b="0" i="0" sz="1400" u="none" cap="none" strike="noStrike">
              <a:solidFill>
                <a:srgbClr val="000000"/>
              </a:solidFill>
              <a:latin typeface="Arial"/>
              <a:ea typeface="Arial"/>
              <a:cs typeface="Arial"/>
              <a:sym typeface="Arial"/>
            </a:endParaRPr>
          </a:p>
        </p:txBody>
      </p:sp>
      <p:sp>
        <p:nvSpPr>
          <p:cNvPr id="197" name="Google Shape;197;p10"/>
          <p:cNvSpPr txBox="1"/>
          <p:nvPr/>
        </p:nvSpPr>
        <p:spPr>
          <a:xfrm>
            <a:off x="870857" y="501525"/>
            <a:ext cx="9477829" cy="36933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PE" sz="1800" u="none" cap="none" strike="noStrike">
                <a:solidFill>
                  <a:srgbClr val="202124"/>
                </a:solidFill>
                <a:latin typeface="Roboto"/>
                <a:ea typeface="Roboto"/>
                <a:cs typeface="Roboto"/>
                <a:sym typeface="Roboto"/>
              </a:rPr>
              <a:t>CONCLUSION</a:t>
            </a:r>
            <a:endParaRPr b="1" i="0" sz="18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1" name="Shape 201"/>
        <p:cNvGrpSpPr/>
        <p:nvPr/>
      </p:nvGrpSpPr>
      <p:grpSpPr>
        <a:xfrm>
          <a:off x="0" y="0"/>
          <a:ext cx="0" cy="0"/>
          <a:chOff x="0" y="0"/>
          <a:chExt cx="0" cy="0"/>
        </a:xfrm>
      </p:grpSpPr>
      <p:pic>
        <p:nvPicPr>
          <p:cNvPr descr="Gráfico&#10;&#10;Descripción generada automáticamente" id="202" name="Google Shape;202;p11"/>
          <p:cNvPicPr preferRelativeResize="0"/>
          <p:nvPr/>
        </p:nvPicPr>
        <p:blipFill rotWithShape="1">
          <a:blip r:embed="rId3">
            <a:alphaModFix/>
          </a:blip>
          <a:srcRect b="0" l="0" r="0" t="0"/>
          <a:stretch/>
        </p:blipFill>
        <p:spPr>
          <a:xfrm>
            <a:off x="1585015" y="643467"/>
            <a:ext cx="9021969" cy="557106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06" name="Shape 206"/>
        <p:cNvGrpSpPr/>
        <p:nvPr/>
      </p:nvGrpSpPr>
      <p:grpSpPr>
        <a:xfrm>
          <a:off x="0" y="0"/>
          <a:ext cx="0" cy="0"/>
          <a:chOff x="0" y="0"/>
          <a:chExt cx="0" cy="0"/>
        </a:xfrm>
      </p:grpSpPr>
      <p:pic>
        <p:nvPicPr>
          <p:cNvPr descr="Gráfico, Gráfico de dispersión&#10;&#10;Descripción generada automáticamente" id="207" name="Google Shape;207;p12"/>
          <p:cNvPicPr preferRelativeResize="0"/>
          <p:nvPr>
            <p:ph idx="1" type="body"/>
          </p:nvPr>
        </p:nvPicPr>
        <p:blipFill rotWithShape="1">
          <a:blip r:embed="rId3">
            <a:alphaModFix/>
          </a:blip>
          <a:srcRect b="0" l="0" r="0" t="0"/>
          <a:stretch/>
        </p:blipFill>
        <p:spPr>
          <a:xfrm>
            <a:off x="1603206" y="643467"/>
            <a:ext cx="8985588" cy="557106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3"/>
          <p:cNvSpPr txBox="1"/>
          <p:nvPr/>
        </p:nvSpPr>
        <p:spPr>
          <a:xfrm>
            <a:off x="1448972" y="1519311"/>
            <a:ext cx="8243668" cy="92333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PE" sz="1800" u="none" cap="none" strike="noStrike">
                <a:solidFill>
                  <a:schemeClr val="dk1"/>
                </a:solidFill>
                <a:latin typeface="Century Gothic"/>
                <a:ea typeface="Century Gothic"/>
                <a:cs typeface="Century Gothic"/>
                <a:sym typeface="Century Gothic"/>
              </a:rPr>
              <a:t>CONCLUSION: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0" i="0" lang="es-PE" sz="1800" u="none" cap="none" strike="noStrike">
                <a:solidFill>
                  <a:srgbClr val="202124"/>
                </a:solidFill>
                <a:latin typeface="Roboto"/>
                <a:ea typeface="Roboto"/>
                <a:cs typeface="Roboto"/>
                <a:sym typeface="Roboto"/>
              </a:rPr>
              <a:t>💎 </a:t>
            </a:r>
            <a:r>
              <a:rPr b="0" i="0" lang="es-PE" sz="1800" u="none" cap="none" strike="noStrike">
                <a:solidFill>
                  <a:schemeClr val="lt1"/>
                </a:solidFill>
                <a:latin typeface="Century Gothic"/>
                <a:ea typeface="Century Gothic"/>
                <a:cs typeface="Century Gothic"/>
                <a:sym typeface="Century Gothic"/>
              </a:rPr>
              <a:t>2 CLUSTER ESTA SIENDO EXPLICADO CON UNA INERTIA TOTAL 56.7 %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14"/>
          <p:cNvSpPr txBox="1"/>
          <p:nvPr>
            <p:ph idx="1" type="body"/>
          </p:nvPr>
        </p:nvSpPr>
        <p:spPr>
          <a:xfrm>
            <a:off x="950742" y="925292"/>
            <a:ext cx="10515600" cy="1806648"/>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SzPts val="1920"/>
              <a:buNone/>
            </a:pPr>
            <a:r>
              <a:rPr b="1" lang="es-PE" sz="2400">
                <a:solidFill>
                  <a:srgbClr val="FFC000"/>
                </a:solidFill>
              </a:rPr>
              <a:t>CORROBORANDO CON EL ANALISIS FACTORIAL</a:t>
            </a:r>
            <a:endParaRPr/>
          </a:p>
          <a:p>
            <a:pPr indent="0" lvl="0" marL="0" rtl="0" algn="l">
              <a:lnSpc>
                <a:spcPct val="100000"/>
              </a:lnSpc>
              <a:spcBef>
                <a:spcPts val="1000"/>
              </a:spcBef>
              <a:spcAft>
                <a:spcPts val="0"/>
              </a:spcAft>
              <a:buSzPts val="1600"/>
              <a:buNone/>
            </a:pPr>
            <a:r>
              <a:t/>
            </a:r>
            <a:endParaRPr/>
          </a:p>
          <a:p>
            <a:pPr indent="0" lvl="0" marL="0" rtl="0" algn="l">
              <a:lnSpc>
                <a:spcPct val="100000"/>
              </a:lnSpc>
              <a:spcBef>
                <a:spcPts val="1000"/>
              </a:spcBef>
              <a:spcAft>
                <a:spcPts val="0"/>
              </a:spcAft>
              <a:buSzPts val="1600"/>
              <a:buNone/>
            </a:pPr>
            <a:r>
              <a:rPr lang="es-PE" sz="2000">
                <a:solidFill>
                  <a:srgbClr val="202124"/>
                </a:solidFill>
                <a:latin typeface="Roboto"/>
                <a:ea typeface="Roboto"/>
                <a:cs typeface="Roboto"/>
                <a:sym typeface="Roboto"/>
              </a:rPr>
              <a:t>💎¿Qué vamos a corroborar?</a:t>
            </a:r>
            <a:endParaRPr/>
          </a:p>
          <a:p>
            <a:pPr indent="0" lvl="0" marL="0" rtl="0" algn="l">
              <a:lnSpc>
                <a:spcPct val="100000"/>
              </a:lnSpc>
              <a:spcBef>
                <a:spcPts val="1000"/>
              </a:spcBef>
              <a:spcAft>
                <a:spcPts val="0"/>
              </a:spcAft>
              <a:buSzPts val="1600"/>
              <a:buNone/>
            </a:pPr>
            <a:r>
              <a:rPr lang="es-PE" sz="2000">
                <a:solidFill>
                  <a:srgbClr val="202124"/>
                </a:solidFill>
                <a:latin typeface="Roboto"/>
                <a:ea typeface="Roboto"/>
                <a:cs typeface="Roboto"/>
                <a:sym typeface="Roboto"/>
              </a:rPr>
              <a:t>La inertia total que esta explicando los 2 cluster.</a:t>
            </a:r>
            <a:endParaRPr sz="2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15"/>
          <p:cNvSpPr txBox="1"/>
          <p:nvPr>
            <p:ph idx="1" type="body"/>
          </p:nvPr>
        </p:nvSpPr>
        <p:spPr>
          <a:xfrm>
            <a:off x="1274299" y="1046502"/>
            <a:ext cx="10515600" cy="523220"/>
          </a:xfrm>
          <a:prstGeom prst="rect">
            <a:avLst/>
          </a:prstGeom>
          <a:noFill/>
          <a:ln>
            <a:noFill/>
          </a:ln>
        </p:spPr>
        <p:txBody>
          <a:bodyPr anchorCtr="0" anchor="ctr" bIns="45700" lIns="91425" spcFirstLastPara="1" rIns="91425" wrap="square" tIns="45700">
            <a:spAutoFit/>
          </a:bodyPr>
          <a:lstStyle/>
          <a:p>
            <a:pPr indent="0" lvl="0" marL="0" rtl="0" algn="l">
              <a:lnSpc>
                <a:spcPct val="100000"/>
              </a:lnSpc>
              <a:spcBef>
                <a:spcPts val="0"/>
              </a:spcBef>
              <a:spcAft>
                <a:spcPts val="0"/>
              </a:spcAft>
              <a:buSzPts val="2240"/>
              <a:buNone/>
            </a:pPr>
            <a:r>
              <a:rPr b="1" lang="es-PE" sz="2800">
                <a:solidFill>
                  <a:srgbClr val="FFC000"/>
                </a:solidFill>
              </a:rPr>
              <a:t>ANALISIS FACTORIAL</a:t>
            </a:r>
            <a:endParaRPr b="1" sz="2000">
              <a:solidFill>
                <a:srgbClr val="FFC000"/>
              </a:solidFill>
            </a:endParaRPr>
          </a:p>
        </p:txBody>
      </p:sp>
      <p:sp>
        <p:nvSpPr>
          <p:cNvPr id="223" name="Google Shape;223;p15"/>
          <p:cNvSpPr txBox="1"/>
          <p:nvPr/>
        </p:nvSpPr>
        <p:spPr>
          <a:xfrm>
            <a:off x="1274299" y="1569722"/>
            <a:ext cx="10515600" cy="4708981"/>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lt1"/>
              </a:buClr>
              <a:buSzPts val="2240"/>
              <a:buFont typeface="Noto Sans Symbols"/>
              <a:buNone/>
            </a:pPr>
            <a:r>
              <a:rPr b="1" i="0" lang="es-PE" sz="2800" u="none" cap="none" strike="noStrike">
                <a:solidFill>
                  <a:srgbClr val="262626"/>
                </a:solidFill>
                <a:latin typeface="Century Gothic"/>
                <a:ea typeface="Century Gothic"/>
                <a:cs typeface="Century Gothic"/>
                <a:sym typeface="Century Gothic"/>
              </a:rPr>
              <a:t>Prueba de KMO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rPr b="1" i="0" lang="es-PE" sz="2000" u="none" cap="none" strike="noStrike">
                <a:solidFill>
                  <a:schemeClr val="lt1"/>
                </a:solidFill>
                <a:latin typeface="Century Gothic"/>
                <a:ea typeface="Century Gothic"/>
                <a:cs typeface="Century Gothic"/>
                <a:sym typeface="Century Gothic"/>
              </a:rPr>
              <a:t>Kaiser-Meyer-Olkin factor adequacy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rPr b="1" i="0" lang="es-PE" sz="2000" u="none" cap="none" strike="noStrike">
                <a:solidFill>
                  <a:schemeClr val="lt1"/>
                </a:solidFill>
                <a:latin typeface="Century Gothic"/>
                <a:ea typeface="Century Gothic"/>
                <a:cs typeface="Century Gothic"/>
                <a:sym typeface="Century Gothic"/>
              </a:rPr>
              <a:t>Call: KMO(r = datosc)</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rPr b="1" i="0" lang="es-PE" sz="2000" u="none" cap="none" strike="noStrike">
                <a:solidFill>
                  <a:schemeClr val="lt1"/>
                </a:solidFill>
                <a:latin typeface="Century Gothic"/>
                <a:ea typeface="Century Gothic"/>
                <a:cs typeface="Century Gothic"/>
                <a:sym typeface="Century Gothic"/>
              </a:rPr>
              <a:t>Overall MSA =  </a:t>
            </a:r>
            <a:r>
              <a:rPr b="1" i="0" lang="es-PE" sz="2000" u="none" cap="none" strike="noStrike">
                <a:solidFill>
                  <a:srgbClr val="FFC000"/>
                </a:solidFill>
                <a:latin typeface="Century Gothic"/>
                <a:ea typeface="Century Gothic"/>
                <a:cs typeface="Century Gothic"/>
                <a:sym typeface="Century Gothic"/>
              </a:rPr>
              <a:t>0.85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rPr b="1" i="0" lang="es-PE" sz="2000" u="none" cap="none" strike="noStrike">
                <a:solidFill>
                  <a:schemeClr val="lt1"/>
                </a:solidFill>
                <a:latin typeface="Century Gothic"/>
                <a:ea typeface="Century Gothic"/>
                <a:cs typeface="Century Gothic"/>
                <a:sym typeface="Century Gothic"/>
              </a:rPr>
              <a:t>MSA for each item =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rPr b="1" i="0" lang="es-PE" sz="2000" u="none" cap="none" strike="noStrike">
                <a:solidFill>
                  <a:schemeClr val="lt1"/>
                </a:solidFill>
                <a:latin typeface="Century Gothic"/>
                <a:ea typeface="Century Gothic"/>
                <a:cs typeface="Century Gothic"/>
                <a:sym typeface="Century Gothic"/>
              </a:rPr>
              <a:t>Caudal   Temp     </a:t>
            </a:r>
            <a:r>
              <a:rPr b="1" i="0" lang="es-PE" sz="2000" u="none" cap="none" strike="noStrike">
                <a:solidFill>
                  <a:srgbClr val="FF0000"/>
                </a:solidFill>
                <a:latin typeface="Century Gothic"/>
                <a:ea typeface="Century Gothic"/>
                <a:cs typeface="Century Gothic"/>
                <a:sym typeface="Century Gothic"/>
              </a:rPr>
              <a:t>pH</a:t>
            </a:r>
            <a:r>
              <a:rPr b="1" i="0" lang="es-PE" sz="2000" u="none" cap="none" strike="noStrike">
                <a:solidFill>
                  <a:schemeClr val="lt1"/>
                </a:solidFill>
                <a:latin typeface="Century Gothic"/>
                <a:ea typeface="Century Gothic"/>
                <a:cs typeface="Century Gothic"/>
                <a:sym typeface="Century Gothic"/>
              </a:rPr>
              <a:t>   Turb     CE     </a:t>
            </a:r>
            <a:r>
              <a:rPr b="1" i="0" lang="es-PE" sz="2000" u="none" cap="none" strike="noStrike">
                <a:solidFill>
                  <a:srgbClr val="FF0000"/>
                </a:solidFill>
                <a:latin typeface="Century Gothic"/>
                <a:ea typeface="Century Gothic"/>
                <a:cs typeface="Century Gothic"/>
                <a:sym typeface="Century Gothic"/>
              </a:rPr>
              <a:t>OD</a:t>
            </a:r>
            <a:r>
              <a:rPr b="1" i="0" lang="es-PE" sz="2000" u="none" cap="none" strike="noStrike">
                <a:solidFill>
                  <a:schemeClr val="lt1"/>
                </a:solidFill>
                <a:latin typeface="Century Gothic"/>
                <a:ea typeface="Century Gothic"/>
                <a:cs typeface="Century Gothic"/>
                <a:sym typeface="Century Gothic"/>
              </a:rPr>
              <a:t>     SD  Alcal     DT    CLs    SO4    NO3    NO2    PO4     Cu     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rPr b="1" i="0" lang="es-PE" sz="2000" u="none" cap="none" strike="noStrike">
                <a:solidFill>
                  <a:schemeClr val="lt1"/>
                </a:solidFill>
                <a:latin typeface="Century Gothic"/>
                <a:ea typeface="Century Gothic"/>
                <a:cs typeface="Century Gothic"/>
                <a:sym typeface="Century Gothic"/>
              </a:rPr>
              <a:t>  0.88   0.82   </a:t>
            </a:r>
            <a:r>
              <a:rPr b="1" i="0" lang="es-PE" sz="2000" u="none" cap="none" strike="noStrike">
                <a:solidFill>
                  <a:srgbClr val="FF0000"/>
                </a:solidFill>
                <a:latin typeface="Century Gothic"/>
                <a:ea typeface="Century Gothic"/>
                <a:cs typeface="Century Gothic"/>
                <a:sym typeface="Century Gothic"/>
              </a:rPr>
              <a:t>0.40  </a:t>
            </a:r>
            <a:r>
              <a:rPr b="1" i="0" lang="es-PE" sz="2000" u="none" cap="none" strike="noStrike">
                <a:solidFill>
                  <a:schemeClr val="lt1"/>
                </a:solidFill>
                <a:latin typeface="Century Gothic"/>
                <a:ea typeface="Century Gothic"/>
                <a:cs typeface="Century Gothic"/>
                <a:sym typeface="Century Gothic"/>
              </a:rPr>
              <a:t> 0.91   0.86   </a:t>
            </a:r>
            <a:r>
              <a:rPr b="1" i="0" lang="es-PE" sz="2000" u="none" cap="none" strike="noStrike">
                <a:solidFill>
                  <a:srgbClr val="FF0000"/>
                </a:solidFill>
                <a:latin typeface="Century Gothic"/>
                <a:ea typeface="Century Gothic"/>
                <a:cs typeface="Century Gothic"/>
                <a:sym typeface="Century Gothic"/>
              </a:rPr>
              <a:t>0.43</a:t>
            </a:r>
            <a:r>
              <a:rPr b="1" i="0" lang="es-PE" sz="2000" u="none" cap="none" strike="noStrike">
                <a:solidFill>
                  <a:schemeClr val="lt1"/>
                </a:solidFill>
                <a:latin typeface="Century Gothic"/>
                <a:ea typeface="Century Gothic"/>
                <a:cs typeface="Century Gothic"/>
                <a:sym typeface="Century Gothic"/>
              </a:rPr>
              <a:t>   0.90   0.95   0.88   0.86   0.89   0.84   0.86   0.91   0.90   0.91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rPr b="1" i="0" lang="es-PE" sz="2000" u="none" cap="none" strike="noStrike">
                <a:solidFill>
                  <a:schemeClr val="lt1"/>
                </a:solidFill>
                <a:latin typeface="Century Gothic"/>
                <a:ea typeface="Century Gothic"/>
                <a:cs typeface="Century Gothic"/>
                <a:sym typeface="Century Gothic"/>
              </a:rPr>
              <a:t>    Fe     Mn     Pb     Cd     Zn     As   Coto   Cote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rPr b="1" i="0" lang="es-PE" sz="2000" u="none" cap="none" strike="noStrike">
                <a:solidFill>
                  <a:schemeClr val="lt1"/>
                </a:solidFill>
                <a:latin typeface="Century Gothic"/>
                <a:ea typeface="Century Gothic"/>
                <a:cs typeface="Century Gothic"/>
                <a:sym typeface="Century Gothic"/>
              </a:rPr>
              <a:t>  0.87   0.87   0.87   0.76   0.82   0.81   0.52   0.57 </a:t>
            </a:r>
            <a:endParaRPr b="1" i="0" sz="20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6"/>
          <p:cNvSpPr txBox="1"/>
          <p:nvPr/>
        </p:nvSpPr>
        <p:spPr>
          <a:xfrm>
            <a:off x="838199" y="694579"/>
            <a:ext cx="10655105" cy="294234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lt1"/>
              </a:buClr>
              <a:buSzPts val="2240"/>
              <a:buFont typeface="Noto Sans Symbols"/>
              <a:buNone/>
            </a:pPr>
            <a:r>
              <a:rPr b="1" i="0" lang="es-PE" sz="2800" u="none" cap="none" strike="noStrike">
                <a:solidFill>
                  <a:srgbClr val="262626"/>
                </a:solidFill>
                <a:latin typeface="Century Gothic"/>
                <a:ea typeface="Century Gothic"/>
                <a:cs typeface="Century Gothic"/>
                <a:sym typeface="Century Gothic"/>
              </a:rPr>
              <a:t>CONCLUSION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160"/>
              </a:spcBef>
              <a:spcAft>
                <a:spcPts val="0"/>
              </a:spcAft>
              <a:buClr>
                <a:schemeClr val="lt1"/>
              </a:buClr>
              <a:buSzPts val="2240"/>
              <a:buFont typeface="Noto Sans Symbols"/>
              <a:buNone/>
            </a:pPr>
            <a:r>
              <a:t/>
            </a:r>
            <a:endParaRPr b="1" i="0" sz="2800" u="none" cap="none" strike="noStrike">
              <a:solidFill>
                <a:srgbClr val="262626"/>
              </a:solidFill>
              <a:latin typeface="Century Gothic"/>
              <a:ea typeface="Century Gothic"/>
              <a:cs typeface="Century Gothic"/>
              <a:sym typeface="Century Gothic"/>
            </a:endParaRPr>
          </a:p>
          <a:p>
            <a:pPr indent="0" lvl="0" marL="0" marR="0" rtl="0" algn="l">
              <a:lnSpc>
                <a:spcPct val="100000"/>
              </a:lnSpc>
              <a:spcBef>
                <a:spcPts val="1160"/>
              </a:spcBef>
              <a:spcAft>
                <a:spcPts val="0"/>
              </a:spcAft>
              <a:buClr>
                <a:schemeClr val="lt1"/>
              </a:buClr>
              <a:buSzPts val="2240"/>
              <a:buFont typeface="Noto Sans Symbols"/>
              <a:buNone/>
            </a:pPr>
            <a:r>
              <a:rPr b="1" i="0" lang="es-PE" sz="2800" u="none" cap="none" strike="noStrike">
                <a:solidFill>
                  <a:srgbClr val="262626"/>
                </a:solidFill>
                <a:latin typeface="Century Gothic"/>
                <a:ea typeface="Century Gothic"/>
                <a:cs typeface="Century Gothic"/>
                <a:sym typeface="Century Gothic"/>
              </a:rPr>
              <a:t>⚽</a:t>
            </a:r>
            <a:r>
              <a:rPr b="0" i="0" lang="es-PE" sz="2000" u="none" cap="none" strike="noStrike">
                <a:solidFill>
                  <a:srgbClr val="202124"/>
                </a:solidFill>
                <a:latin typeface="Roboto"/>
                <a:ea typeface="Roboto"/>
                <a:cs typeface="Roboto"/>
                <a:sym typeface="Roboto"/>
              </a:rPr>
              <a:t>Según los resultados obtenidos en la prueba del KMO se debería de descartar las variables potencial de hidrogeno(PH) y oxigeno disuelto(OD que son la que presentan un indicar por debajo de 0.5 pero debido a que estas variables se utilizan para analizar la calidad  del agua del rio Rímac no lo vamos descartar es por eso que decidimos trabajar con todas las variables al igual que el tesista.</a:t>
            </a:r>
            <a:endParaRPr b="1" i="0" sz="2000" u="none" cap="none" strike="noStrike">
              <a:solidFill>
                <a:schemeClr val="lt1"/>
              </a:solidFill>
              <a:latin typeface="Century Gothic"/>
              <a:ea typeface="Century Gothic"/>
              <a:cs typeface="Century Gothic"/>
              <a:sym typeface="Century Gothic"/>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62D2EF"/>
            </a:gs>
            <a:gs pos="10000">
              <a:srgbClr val="62D2EF"/>
            </a:gs>
            <a:gs pos="100000">
              <a:srgbClr val="05578D"/>
            </a:gs>
          </a:gsLst>
          <a:lin ang="6120000" scaled="0"/>
        </a:gradFill>
      </p:bgPr>
    </p:bg>
    <p:spTree>
      <p:nvGrpSpPr>
        <p:cNvPr id="232" name="Shape 232"/>
        <p:cNvGrpSpPr/>
        <p:nvPr/>
      </p:nvGrpSpPr>
      <p:grpSpPr>
        <a:xfrm>
          <a:off x="0" y="0"/>
          <a:ext cx="0" cy="0"/>
          <a:chOff x="0" y="0"/>
          <a:chExt cx="0" cy="0"/>
        </a:xfrm>
      </p:grpSpPr>
      <p:grpSp>
        <p:nvGrpSpPr>
          <p:cNvPr id="233" name="Google Shape;233;p17"/>
          <p:cNvGrpSpPr/>
          <p:nvPr/>
        </p:nvGrpSpPr>
        <p:grpSpPr>
          <a:xfrm>
            <a:off x="9206969" y="2963333"/>
            <a:ext cx="2981859" cy="3208867"/>
            <a:chOff x="9206969" y="2963333"/>
            <a:chExt cx="2981859" cy="3208867"/>
          </a:xfrm>
        </p:grpSpPr>
        <p:cxnSp>
          <p:nvCxnSpPr>
            <p:cNvPr id="234" name="Google Shape;234;p17"/>
            <p:cNvCxnSpPr/>
            <p:nvPr/>
          </p:nvCxnSpPr>
          <p:spPr>
            <a:xfrm flipH="1">
              <a:off x="11276012" y="2963333"/>
              <a:ext cx="912814" cy="912812"/>
            </a:xfrm>
            <a:prstGeom prst="straightConnector1">
              <a:avLst/>
            </a:prstGeom>
            <a:noFill/>
            <a:ln cap="flat" cmpd="sng" w="9525">
              <a:solidFill>
                <a:schemeClr val="lt1"/>
              </a:solidFill>
              <a:prstDash val="solid"/>
              <a:round/>
              <a:headEnd len="sm" w="sm" type="none"/>
              <a:tailEnd len="sm" w="sm" type="none"/>
            </a:ln>
          </p:spPr>
        </p:cxnSp>
        <p:cxnSp>
          <p:nvCxnSpPr>
            <p:cNvPr id="235" name="Google Shape;235;p17"/>
            <p:cNvCxnSpPr/>
            <p:nvPr/>
          </p:nvCxnSpPr>
          <p:spPr>
            <a:xfrm flipH="1">
              <a:off x="9206969" y="3190344"/>
              <a:ext cx="2981857" cy="2981856"/>
            </a:xfrm>
            <a:prstGeom prst="straightConnector1">
              <a:avLst/>
            </a:prstGeom>
            <a:noFill/>
            <a:ln cap="flat" cmpd="sng" w="9525">
              <a:solidFill>
                <a:schemeClr val="lt1"/>
              </a:solidFill>
              <a:prstDash val="solid"/>
              <a:round/>
              <a:headEnd len="sm" w="sm" type="none"/>
              <a:tailEnd len="sm" w="sm" type="none"/>
            </a:ln>
          </p:spPr>
        </p:cxnSp>
        <p:cxnSp>
          <p:nvCxnSpPr>
            <p:cNvPr id="236" name="Google Shape;236;p17"/>
            <p:cNvCxnSpPr/>
            <p:nvPr/>
          </p:nvCxnSpPr>
          <p:spPr>
            <a:xfrm flipH="1">
              <a:off x="10292292" y="3285067"/>
              <a:ext cx="1896534" cy="1896533"/>
            </a:xfrm>
            <a:prstGeom prst="straightConnector1">
              <a:avLst/>
            </a:prstGeom>
            <a:noFill/>
            <a:ln cap="flat" cmpd="sng" w="9525">
              <a:solidFill>
                <a:schemeClr val="lt1"/>
              </a:solidFill>
              <a:prstDash val="solid"/>
              <a:round/>
              <a:headEnd len="sm" w="sm" type="none"/>
              <a:tailEnd len="sm" w="sm" type="none"/>
            </a:ln>
          </p:spPr>
        </p:cxnSp>
        <p:cxnSp>
          <p:nvCxnSpPr>
            <p:cNvPr id="237" name="Google Shape;237;p17"/>
            <p:cNvCxnSpPr/>
            <p:nvPr/>
          </p:nvCxnSpPr>
          <p:spPr>
            <a:xfrm flipH="1">
              <a:off x="10443103" y="3131080"/>
              <a:ext cx="1745722" cy="1745720"/>
            </a:xfrm>
            <a:prstGeom prst="straightConnector1">
              <a:avLst/>
            </a:prstGeom>
            <a:noFill/>
            <a:ln cap="flat" cmpd="sng" w="28575">
              <a:solidFill>
                <a:schemeClr val="lt1"/>
              </a:solidFill>
              <a:prstDash val="solid"/>
              <a:round/>
              <a:headEnd len="sm" w="sm" type="none"/>
              <a:tailEnd len="sm" w="sm" type="none"/>
            </a:ln>
          </p:spPr>
        </p:cxnSp>
        <p:cxnSp>
          <p:nvCxnSpPr>
            <p:cNvPr id="238" name="Google Shape;238;p17"/>
            <p:cNvCxnSpPr/>
            <p:nvPr/>
          </p:nvCxnSpPr>
          <p:spPr>
            <a:xfrm flipH="1">
              <a:off x="10918826" y="3683001"/>
              <a:ext cx="1270001" cy="1269999"/>
            </a:xfrm>
            <a:prstGeom prst="straightConnector1">
              <a:avLst/>
            </a:prstGeom>
            <a:noFill/>
            <a:ln cap="flat" cmpd="sng" w="28575">
              <a:solidFill>
                <a:schemeClr val="lt1"/>
              </a:solidFill>
              <a:prstDash val="solid"/>
              <a:round/>
              <a:headEnd len="sm" w="sm" type="none"/>
              <a:tailEnd len="sm" w="sm" type="none"/>
            </a:ln>
          </p:spPr>
        </p:cxnSp>
      </p:grpSp>
      <p:sp>
        <p:nvSpPr>
          <p:cNvPr id="239" name="Google Shape;239;p17"/>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40" name="Google Shape;240;p17"/>
          <p:cNvSpPr/>
          <p:nvPr/>
        </p:nvSpPr>
        <p:spPr>
          <a:xfrm>
            <a:off x="628229" y="620722"/>
            <a:ext cx="10935543" cy="5286838"/>
          </a:xfrm>
          <a:prstGeom prst="snip2DiagRect">
            <a:avLst>
              <a:gd fmla="val 10787" name="adj1"/>
              <a:gd fmla="val 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descr="Diagrama&#10;&#10;Descripción generada automáticamente" id="241" name="Google Shape;241;p17"/>
          <p:cNvPicPr preferRelativeResize="0"/>
          <p:nvPr/>
        </p:nvPicPr>
        <p:blipFill rotWithShape="1">
          <a:blip r:embed="rId3">
            <a:alphaModFix/>
          </a:blip>
          <a:srcRect b="0" l="0" r="0" t="0"/>
          <a:stretch/>
        </p:blipFill>
        <p:spPr>
          <a:xfrm>
            <a:off x="2050247" y="786117"/>
            <a:ext cx="8091506" cy="4956048"/>
          </a:xfrm>
          <a:custGeom>
            <a:rect b="b" l="l" r="r" t="t"/>
            <a:pathLst>
              <a:path extrusionOk="0" h="4956048" w="10607040">
                <a:moveTo>
                  <a:pt x="497480" y="0"/>
                </a:moveTo>
                <a:lnTo>
                  <a:pt x="10607040" y="0"/>
                </a:lnTo>
                <a:lnTo>
                  <a:pt x="10607040" y="4485407"/>
                </a:lnTo>
                <a:lnTo>
                  <a:pt x="10131692" y="4956048"/>
                </a:lnTo>
                <a:lnTo>
                  <a:pt x="0" y="4956048"/>
                </a:lnTo>
                <a:lnTo>
                  <a:pt x="0" y="492554"/>
                </a:lnTo>
                <a:close/>
              </a:path>
            </a:pathLst>
          </a:cu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18"/>
          <p:cNvSpPr txBox="1"/>
          <p:nvPr/>
        </p:nvSpPr>
        <p:spPr>
          <a:xfrm>
            <a:off x="1007011" y="260444"/>
            <a:ext cx="10655100" cy="62442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lt1"/>
              </a:buClr>
              <a:buSzPts val="2240"/>
              <a:buFont typeface="Noto Sans Symbols"/>
              <a:buNone/>
            </a:pPr>
            <a:r>
              <a:rPr b="1" i="0" lang="es-PE" sz="2800" u="none" cap="none" strike="noStrike">
                <a:solidFill>
                  <a:srgbClr val="262626"/>
                </a:solidFill>
                <a:latin typeface="Century Gothic"/>
                <a:ea typeface="Century Gothic"/>
                <a:cs typeface="Century Gothic"/>
                <a:sym typeface="Century Gothic"/>
              </a:rPr>
              <a:t>CONCLUSION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160"/>
              </a:spcBef>
              <a:spcAft>
                <a:spcPts val="0"/>
              </a:spcAft>
              <a:buClr>
                <a:schemeClr val="lt1"/>
              </a:buClr>
              <a:buSzPts val="2240"/>
              <a:buFont typeface="Noto Sans Symbols"/>
              <a:buNone/>
            </a:pPr>
            <a:r>
              <a:rPr b="1" i="0" lang="es-PE" sz="2800" u="none" cap="none" strike="noStrike">
                <a:solidFill>
                  <a:srgbClr val="262626"/>
                </a:solidFill>
                <a:latin typeface="Century Gothic"/>
                <a:ea typeface="Century Gothic"/>
                <a:cs typeface="Century Gothic"/>
                <a:sym typeface="Century Gothic"/>
              </a:rPr>
              <a:t>⚽</a:t>
            </a:r>
            <a:r>
              <a:rPr b="0" i="0" lang="es-PE" sz="1800" u="none" cap="none" strike="noStrike">
                <a:solidFill>
                  <a:srgbClr val="202124"/>
                </a:solidFill>
                <a:latin typeface="Roboto"/>
                <a:ea typeface="Roboto"/>
                <a:cs typeface="Roboto"/>
                <a:sym typeface="Roboto"/>
              </a:rPr>
              <a:t>Las variables; oxigeno disuelto(OD), coliformes termotolerables(Cote) , coliformes totales(coto), potencial de hidrogeno(Ph)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80"/>
              </a:spcBef>
              <a:spcAft>
                <a:spcPts val="0"/>
              </a:spcAft>
              <a:buClr>
                <a:schemeClr val="lt1"/>
              </a:buClr>
              <a:buSzPts val="1440"/>
              <a:buFont typeface="Noto Sans Symbols"/>
              <a:buNone/>
            </a:pPr>
            <a:r>
              <a:rPr b="0" i="0" lang="es-PE" sz="1800" u="none" cap="none" strike="noStrike">
                <a:solidFill>
                  <a:srgbClr val="202124"/>
                </a:solidFill>
                <a:latin typeface="Roboto"/>
                <a:ea typeface="Roboto"/>
                <a:cs typeface="Roboto"/>
                <a:sym typeface="Roboto"/>
              </a:rPr>
              <a:t>no aportan mucho en </a:t>
            </a:r>
            <a:r>
              <a:rPr lang="es-PE" sz="1800">
                <a:solidFill>
                  <a:srgbClr val="202124"/>
                </a:solidFill>
                <a:latin typeface="Roboto"/>
                <a:ea typeface="Roboto"/>
                <a:cs typeface="Roboto"/>
                <a:sym typeface="Roboto"/>
              </a:rPr>
              <a:t>el</a:t>
            </a:r>
            <a:r>
              <a:rPr b="0" i="0" lang="es-PE" sz="1800" u="none" cap="none" strike="noStrike">
                <a:solidFill>
                  <a:srgbClr val="202124"/>
                </a:solidFill>
                <a:latin typeface="Roboto"/>
                <a:ea typeface="Roboto"/>
                <a:cs typeface="Roboto"/>
                <a:sym typeface="Roboto"/>
              </a:rPr>
              <a:t> estudio de la calidad del agua del rio rimac dado que su comunalidad esta cerca a cero</a:t>
            </a:r>
            <a:r>
              <a:rPr b="1" i="0" lang="es-PE" sz="2400" u="none" cap="none" strike="noStrike">
                <a:solidFill>
                  <a:srgbClr val="262626"/>
                </a:solidFill>
                <a:latin typeface="Century Gothic"/>
                <a:ea typeface="Century Gothic"/>
                <a:cs typeface="Century Gothic"/>
                <a:sym typeface="Century Gothic"/>
              </a:rPr>
              <a: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80"/>
              </a:spcBef>
              <a:spcAft>
                <a:spcPts val="0"/>
              </a:spcAft>
              <a:buClr>
                <a:schemeClr val="lt1"/>
              </a:buClr>
              <a:buSzPts val="1920"/>
              <a:buFont typeface="Noto Sans Symbols"/>
              <a:buNone/>
            </a:pPr>
            <a:r>
              <a:rPr b="1" i="0" lang="es-PE" sz="2400" u="none" cap="none" strike="noStrike">
                <a:solidFill>
                  <a:srgbClr val="262626"/>
                </a:solidFill>
                <a:latin typeface="Century Gothic"/>
                <a:ea typeface="Century Gothic"/>
                <a:cs typeface="Century Gothic"/>
                <a:sym typeface="Century Gothic"/>
              </a:rPr>
              <a:t>⚽</a:t>
            </a:r>
            <a:r>
              <a:rPr b="0" i="0" lang="es-PE" sz="1800" u="none" cap="none" strike="noStrike">
                <a:solidFill>
                  <a:srgbClr val="202124"/>
                </a:solidFill>
                <a:latin typeface="Roboto"/>
                <a:ea typeface="Roboto"/>
                <a:cs typeface="Roboto"/>
                <a:sym typeface="Roboto"/>
              </a:rPr>
              <a:t>las variables; que aportan significativamente a mi estudio son Pb,Mn,Ce,As,Fe,Al(superiores a 0.8)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960"/>
              </a:spcBef>
              <a:spcAft>
                <a:spcPts val="0"/>
              </a:spcAft>
              <a:buClr>
                <a:schemeClr val="lt1"/>
              </a:buClr>
              <a:buSzPts val="1440"/>
              <a:buFont typeface="Noto Sans Symbols"/>
              <a:buNone/>
            </a:pPr>
            <a:r>
              <a:rPr b="1" i="0" lang="es-PE" sz="1800" u="none" cap="none" strike="noStrike">
                <a:solidFill>
                  <a:srgbClr val="FFC000"/>
                </a:solidFill>
                <a:latin typeface="Century Gothic"/>
                <a:ea typeface="Century Gothic"/>
                <a:cs typeface="Century Gothic"/>
                <a:sym typeface="Century Gothic"/>
              </a:rPr>
              <a:t>Comunalidad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80"/>
              </a:spcBef>
              <a:spcAft>
                <a:spcPts val="0"/>
              </a:spcAft>
              <a:buClr>
                <a:schemeClr val="lt1"/>
              </a:buClr>
              <a:buSzPts val="1120"/>
              <a:buFont typeface="Noto Sans Symbols"/>
              <a:buNone/>
            </a:pPr>
            <a:r>
              <a:rPr b="1" i="0" lang="es-PE" sz="1400" u="none" cap="none" strike="noStrike">
                <a:solidFill>
                  <a:schemeClr val="lt1"/>
                </a:solidFill>
                <a:latin typeface="Century Gothic"/>
                <a:ea typeface="Century Gothic"/>
                <a:cs typeface="Century Gothic"/>
                <a:sym typeface="Century Gothic"/>
              </a:rPr>
              <a:t> Caudal         Temp                  </a:t>
            </a:r>
            <a:r>
              <a:rPr b="1" i="0" lang="es-PE" sz="1400" u="none" cap="none" strike="noStrike">
                <a:solidFill>
                  <a:srgbClr val="FF0000"/>
                </a:solidFill>
                <a:latin typeface="Century Gothic"/>
                <a:ea typeface="Century Gothic"/>
                <a:cs typeface="Century Gothic"/>
                <a:sym typeface="Century Gothic"/>
              </a:rPr>
              <a:t>pH </a:t>
            </a:r>
            <a:r>
              <a:rPr b="1" i="0" lang="es-PE" sz="1400" u="none" cap="none" strike="noStrike">
                <a:solidFill>
                  <a:schemeClr val="lt1"/>
                </a:solidFill>
                <a:latin typeface="Century Gothic"/>
                <a:ea typeface="Century Gothic"/>
                <a:cs typeface="Century Gothic"/>
                <a:sym typeface="Century Gothic"/>
              </a:rPr>
              <a:t>           Turb         CE                  </a:t>
            </a:r>
            <a:r>
              <a:rPr b="1" i="0" lang="es-PE" sz="1400" u="none" cap="none" strike="noStrike">
                <a:solidFill>
                  <a:srgbClr val="FF0000"/>
                </a:solidFill>
                <a:latin typeface="Century Gothic"/>
                <a:ea typeface="Century Gothic"/>
                <a:cs typeface="Century Gothic"/>
                <a:sym typeface="Century Gothic"/>
              </a:rPr>
              <a:t>OD </a:t>
            </a:r>
            <a:r>
              <a:rPr b="1" i="0" lang="es-PE" sz="1400" u="none" cap="none" strike="noStrike">
                <a:solidFill>
                  <a:schemeClr val="lt1"/>
                </a:solidFill>
                <a:latin typeface="Century Gothic"/>
                <a:ea typeface="Century Gothic"/>
                <a:cs typeface="Century Gothic"/>
                <a:sym typeface="Century Gothic"/>
              </a:rPr>
              <a:t>             SD             Alcal                DT          CLs</a:t>
            </a:r>
            <a:endParaRPr b="1" i="0" sz="14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880"/>
              </a:spcBef>
              <a:spcAft>
                <a:spcPts val="0"/>
              </a:spcAft>
              <a:buClr>
                <a:schemeClr val="lt1"/>
              </a:buClr>
              <a:buSzPts val="1120"/>
              <a:buFont typeface="Noto Sans Symbols"/>
              <a:buNone/>
            </a:pPr>
            <a:r>
              <a:rPr b="1" i="0" lang="es-PE" sz="1400" u="none" cap="none" strike="noStrike">
                <a:solidFill>
                  <a:schemeClr val="lt1"/>
                </a:solidFill>
                <a:latin typeface="Century Gothic"/>
                <a:ea typeface="Century Gothic"/>
                <a:cs typeface="Century Gothic"/>
                <a:sym typeface="Century Gothic"/>
              </a:rPr>
              <a:t>0.73843049 0.28456053</a:t>
            </a:r>
            <a:r>
              <a:rPr b="1" i="0" lang="es-PE" sz="1400" u="none" cap="none" strike="noStrike">
                <a:solidFill>
                  <a:srgbClr val="FF0000"/>
                </a:solidFill>
                <a:latin typeface="Century Gothic"/>
                <a:ea typeface="Century Gothic"/>
                <a:cs typeface="Century Gothic"/>
                <a:sym typeface="Century Gothic"/>
              </a:rPr>
              <a:t> 0.07016236 </a:t>
            </a:r>
            <a:r>
              <a:rPr b="1" i="0" lang="es-PE" sz="1400" u="none" cap="none" strike="noStrike">
                <a:solidFill>
                  <a:schemeClr val="lt1"/>
                </a:solidFill>
                <a:latin typeface="Century Gothic"/>
                <a:ea typeface="Century Gothic"/>
                <a:cs typeface="Century Gothic"/>
                <a:sym typeface="Century Gothic"/>
              </a:rPr>
              <a:t>0.68594415 0.84222641 </a:t>
            </a:r>
            <a:r>
              <a:rPr b="1" i="0" lang="es-PE" sz="1400" u="none" cap="none" strike="noStrike">
                <a:solidFill>
                  <a:srgbClr val="FF0000"/>
                </a:solidFill>
                <a:latin typeface="Century Gothic"/>
                <a:ea typeface="Century Gothic"/>
                <a:cs typeface="Century Gothic"/>
                <a:sym typeface="Century Gothic"/>
              </a:rPr>
              <a:t>0.02858150</a:t>
            </a:r>
            <a:r>
              <a:rPr b="1" i="0" lang="es-PE" sz="1400" u="none" cap="none" strike="noStrike">
                <a:solidFill>
                  <a:schemeClr val="lt1"/>
                </a:solidFill>
                <a:latin typeface="Century Gothic"/>
                <a:ea typeface="Century Gothic"/>
                <a:cs typeface="Century Gothic"/>
                <a:sym typeface="Century Gothic"/>
              </a:rPr>
              <a:t> 0.71571605 0.70666068 0.76773818 0.51914641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80"/>
              </a:spcBef>
              <a:spcAft>
                <a:spcPts val="0"/>
              </a:spcAft>
              <a:buClr>
                <a:schemeClr val="lt1"/>
              </a:buClr>
              <a:buSzPts val="1120"/>
              <a:buFont typeface="Noto Sans Symbols"/>
              <a:buNone/>
            </a:pPr>
            <a:r>
              <a:rPr b="1" i="0" lang="es-PE" sz="1400" u="none" cap="none" strike="noStrike">
                <a:solidFill>
                  <a:schemeClr val="lt1"/>
                </a:solidFill>
                <a:latin typeface="Century Gothic"/>
                <a:ea typeface="Century Gothic"/>
                <a:cs typeface="Century Gothic"/>
                <a:sym typeface="Century Gothic"/>
              </a:rPr>
              <a:t>SO4</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80"/>
              </a:spcBef>
              <a:spcAft>
                <a:spcPts val="0"/>
              </a:spcAft>
              <a:buClr>
                <a:schemeClr val="lt1"/>
              </a:buClr>
              <a:buSzPts val="1120"/>
              <a:buFont typeface="Noto Sans Symbols"/>
              <a:buNone/>
            </a:pPr>
            <a:r>
              <a:rPr b="1" i="0" lang="es-PE" sz="1400" u="none" cap="none" strike="noStrike">
                <a:solidFill>
                  <a:schemeClr val="lt1"/>
                </a:solidFill>
                <a:latin typeface="Century Gothic"/>
                <a:ea typeface="Century Gothic"/>
                <a:cs typeface="Century Gothic"/>
                <a:sym typeface="Century Gothic"/>
              </a:rPr>
              <a:t> 0.64966859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80"/>
              </a:spcBef>
              <a:spcAft>
                <a:spcPts val="0"/>
              </a:spcAft>
              <a:buClr>
                <a:schemeClr val="lt1"/>
              </a:buClr>
              <a:buSzPts val="1120"/>
              <a:buFont typeface="Noto Sans Symbols"/>
              <a:buNone/>
            </a:pPr>
            <a:r>
              <a:rPr b="1" i="0" lang="es-PE" sz="1400" u="none" cap="none" strike="noStrike">
                <a:solidFill>
                  <a:schemeClr val="lt1"/>
                </a:solidFill>
                <a:latin typeface="Century Gothic"/>
                <a:ea typeface="Century Gothic"/>
                <a:cs typeface="Century Gothic"/>
                <a:sym typeface="Century Gothic"/>
              </a:rPr>
              <a:t>       NO3        NO2               PO4                 Cu         Al                     Fe                 Mn          Pb                    Cd             Zn         0.55174767 0.40412867 0.55862766 0.64931088 0.82268191 0.81635026 0.92099658 0.87540791 0.50466635 0.58564821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80"/>
              </a:spcBef>
              <a:spcAft>
                <a:spcPts val="0"/>
              </a:spcAft>
              <a:buClr>
                <a:schemeClr val="lt1"/>
              </a:buClr>
              <a:buSzPts val="1120"/>
              <a:buFont typeface="Noto Sans Symbols"/>
              <a:buNone/>
            </a:pPr>
            <a:r>
              <a:rPr b="1" i="0" lang="es-PE" sz="1400" u="none" cap="none" strike="noStrike">
                <a:solidFill>
                  <a:schemeClr val="lt1"/>
                </a:solidFill>
                <a:latin typeface="Century Gothic"/>
                <a:ea typeface="Century Gothic"/>
                <a:cs typeface="Century Gothic"/>
                <a:sym typeface="Century Gothic"/>
              </a:rPr>
              <a:t>As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80"/>
              </a:spcBef>
              <a:spcAft>
                <a:spcPts val="0"/>
              </a:spcAft>
              <a:buClr>
                <a:schemeClr val="lt1"/>
              </a:buClr>
              <a:buSzPts val="1120"/>
              <a:buFont typeface="Noto Sans Symbols"/>
              <a:buNone/>
            </a:pPr>
            <a:r>
              <a:rPr b="1" i="0" lang="es-PE" sz="1400" u="none" cap="none" strike="noStrike">
                <a:solidFill>
                  <a:schemeClr val="lt1"/>
                </a:solidFill>
                <a:latin typeface="Century Gothic"/>
                <a:ea typeface="Century Gothic"/>
                <a:cs typeface="Century Gothic"/>
                <a:sym typeface="Century Gothic"/>
              </a:rPr>
              <a:t> 0.85200622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80"/>
              </a:spcBef>
              <a:spcAft>
                <a:spcPts val="0"/>
              </a:spcAft>
              <a:buClr>
                <a:schemeClr val="lt1"/>
              </a:buClr>
              <a:buSzPts val="1120"/>
              <a:buFont typeface="Noto Sans Symbols"/>
              <a:buNone/>
            </a:pPr>
            <a:r>
              <a:rPr b="1" i="0" lang="es-PE" sz="1400" u="none" cap="none" strike="noStrike">
                <a:solidFill>
                  <a:schemeClr val="lt1"/>
                </a:solidFill>
                <a:latin typeface="Century Gothic"/>
                <a:ea typeface="Century Gothic"/>
                <a:cs typeface="Century Gothic"/>
                <a:sym typeface="Century Gothic"/>
              </a:rPr>
              <a:t>      </a:t>
            </a:r>
            <a:r>
              <a:rPr b="1" i="0" lang="es-PE" sz="1400" u="none" cap="none" strike="noStrike">
                <a:solidFill>
                  <a:srgbClr val="FF0000"/>
                </a:solidFill>
                <a:latin typeface="Century Gothic"/>
                <a:ea typeface="Century Gothic"/>
                <a:cs typeface="Century Gothic"/>
                <a:sym typeface="Century Gothic"/>
              </a:rPr>
              <a:t>Coto       Cote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880"/>
              </a:spcBef>
              <a:spcAft>
                <a:spcPts val="0"/>
              </a:spcAft>
              <a:buClr>
                <a:schemeClr val="lt1"/>
              </a:buClr>
              <a:buSzPts val="1120"/>
              <a:buFont typeface="Noto Sans Symbols"/>
              <a:buNone/>
            </a:pPr>
            <a:r>
              <a:rPr b="1" i="0" lang="es-PE" sz="1400" u="none" cap="none" strike="noStrike">
                <a:solidFill>
                  <a:srgbClr val="FF0000"/>
                </a:solidFill>
                <a:latin typeface="Century Gothic"/>
                <a:ea typeface="Century Gothic"/>
                <a:cs typeface="Century Gothic"/>
                <a:sym typeface="Century Gothic"/>
              </a:rPr>
              <a:t>0.02169933 0.04926208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62D2EF"/>
            </a:gs>
            <a:gs pos="10000">
              <a:srgbClr val="62D2EF"/>
            </a:gs>
            <a:gs pos="100000">
              <a:srgbClr val="05578D"/>
            </a:gs>
          </a:gsLst>
          <a:lin ang="6120000" scaled="0"/>
        </a:gradFill>
      </p:bgPr>
    </p:bg>
    <p:spTree>
      <p:nvGrpSpPr>
        <p:cNvPr id="250" name="Shape 250"/>
        <p:cNvGrpSpPr/>
        <p:nvPr/>
      </p:nvGrpSpPr>
      <p:grpSpPr>
        <a:xfrm>
          <a:off x="0" y="0"/>
          <a:ext cx="0" cy="0"/>
          <a:chOff x="0" y="0"/>
          <a:chExt cx="0" cy="0"/>
        </a:xfrm>
      </p:grpSpPr>
      <p:grpSp>
        <p:nvGrpSpPr>
          <p:cNvPr id="251" name="Google Shape;251;p19"/>
          <p:cNvGrpSpPr/>
          <p:nvPr/>
        </p:nvGrpSpPr>
        <p:grpSpPr>
          <a:xfrm>
            <a:off x="9206969" y="2963333"/>
            <a:ext cx="2981859" cy="3208867"/>
            <a:chOff x="9206969" y="2963333"/>
            <a:chExt cx="2981859" cy="3208867"/>
          </a:xfrm>
        </p:grpSpPr>
        <p:cxnSp>
          <p:nvCxnSpPr>
            <p:cNvPr id="252" name="Google Shape;252;p19"/>
            <p:cNvCxnSpPr/>
            <p:nvPr/>
          </p:nvCxnSpPr>
          <p:spPr>
            <a:xfrm flipH="1">
              <a:off x="11276012" y="2963333"/>
              <a:ext cx="912814" cy="912812"/>
            </a:xfrm>
            <a:prstGeom prst="straightConnector1">
              <a:avLst/>
            </a:prstGeom>
            <a:noFill/>
            <a:ln cap="flat" cmpd="sng" w="9525">
              <a:solidFill>
                <a:schemeClr val="lt1"/>
              </a:solidFill>
              <a:prstDash val="solid"/>
              <a:round/>
              <a:headEnd len="sm" w="sm" type="none"/>
              <a:tailEnd len="sm" w="sm" type="none"/>
            </a:ln>
          </p:spPr>
        </p:cxnSp>
        <p:cxnSp>
          <p:nvCxnSpPr>
            <p:cNvPr id="253" name="Google Shape;253;p19"/>
            <p:cNvCxnSpPr/>
            <p:nvPr/>
          </p:nvCxnSpPr>
          <p:spPr>
            <a:xfrm flipH="1">
              <a:off x="9206969" y="3190344"/>
              <a:ext cx="2981857" cy="2981856"/>
            </a:xfrm>
            <a:prstGeom prst="straightConnector1">
              <a:avLst/>
            </a:prstGeom>
            <a:noFill/>
            <a:ln cap="flat" cmpd="sng" w="9525">
              <a:solidFill>
                <a:schemeClr val="lt1"/>
              </a:solidFill>
              <a:prstDash val="solid"/>
              <a:round/>
              <a:headEnd len="sm" w="sm" type="none"/>
              <a:tailEnd len="sm" w="sm" type="none"/>
            </a:ln>
          </p:spPr>
        </p:cxnSp>
        <p:cxnSp>
          <p:nvCxnSpPr>
            <p:cNvPr id="254" name="Google Shape;254;p19"/>
            <p:cNvCxnSpPr/>
            <p:nvPr/>
          </p:nvCxnSpPr>
          <p:spPr>
            <a:xfrm flipH="1">
              <a:off x="10292292" y="3285067"/>
              <a:ext cx="1896534" cy="1896533"/>
            </a:xfrm>
            <a:prstGeom prst="straightConnector1">
              <a:avLst/>
            </a:prstGeom>
            <a:noFill/>
            <a:ln cap="flat" cmpd="sng" w="9525">
              <a:solidFill>
                <a:schemeClr val="lt1"/>
              </a:solidFill>
              <a:prstDash val="solid"/>
              <a:round/>
              <a:headEnd len="sm" w="sm" type="none"/>
              <a:tailEnd len="sm" w="sm" type="none"/>
            </a:ln>
          </p:spPr>
        </p:cxnSp>
        <p:cxnSp>
          <p:nvCxnSpPr>
            <p:cNvPr id="255" name="Google Shape;255;p19"/>
            <p:cNvCxnSpPr/>
            <p:nvPr/>
          </p:nvCxnSpPr>
          <p:spPr>
            <a:xfrm flipH="1">
              <a:off x="10443103" y="3131080"/>
              <a:ext cx="1745722" cy="1745720"/>
            </a:xfrm>
            <a:prstGeom prst="straightConnector1">
              <a:avLst/>
            </a:prstGeom>
            <a:noFill/>
            <a:ln cap="flat" cmpd="sng" w="28575">
              <a:solidFill>
                <a:schemeClr val="lt1"/>
              </a:solidFill>
              <a:prstDash val="solid"/>
              <a:round/>
              <a:headEnd len="sm" w="sm" type="none"/>
              <a:tailEnd len="sm" w="sm" type="none"/>
            </a:ln>
          </p:spPr>
        </p:cxnSp>
        <p:cxnSp>
          <p:nvCxnSpPr>
            <p:cNvPr id="256" name="Google Shape;256;p19"/>
            <p:cNvCxnSpPr/>
            <p:nvPr/>
          </p:nvCxnSpPr>
          <p:spPr>
            <a:xfrm flipH="1">
              <a:off x="10918826" y="3683001"/>
              <a:ext cx="1270001" cy="1269999"/>
            </a:xfrm>
            <a:prstGeom prst="straightConnector1">
              <a:avLst/>
            </a:prstGeom>
            <a:noFill/>
            <a:ln cap="flat" cmpd="sng" w="28575">
              <a:solidFill>
                <a:schemeClr val="lt1"/>
              </a:solidFill>
              <a:prstDash val="solid"/>
              <a:round/>
              <a:headEnd len="sm" w="sm" type="none"/>
              <a:tailEnd len="sm" w="sm" type="none"/>
            </a:ln>
          </p:spPr>
        </p:cxnSp>
      </p:grpSp>
      <p:sp>
        <p:nvSpPr>
          <p:cNvPr id="257" name="Google Shape;257;p19"/>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58" name="Google Shape;258;p19"/>
          <p:cNvSpPr/>
          <p:nvPr/>
        </p:nvSpPr>
        <p:spPr>
          <a:xfrm>
            <a:off x="628229" y="620722"/>
            <a:ext cx="10935543" cy="5286838"/>
          </a:xfrm>
          <a:prstGeom prst="snip2DiagRect">
            <a:avLst>
              <a:gd fmla="val 10787" name="adj1"/>
              <a:gd fmla="val 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descr="Diagrama&#10;&#10;Descripción generada automáticamente" id="259" name="Google Shape;259;p19"/>
          <p:cNvPicPr preferRelativeResize="0"/>
          <p:nvPr/>
        </p:nvPicPr>
        <p:blipFill rotWithShape="1">
          <a:blip r:embed="rId3">
            <a:alphaModFix/>
          </a:blip>
          <a:srcRect b="0" l="0" r="0" t="0"/>
          <a:stretch/>
        </p:blipFill>
        <p:spPr>
          <a:xfrm>
            <a:off x="2050247" y="786117"/>
            <a:ext cx="8091506" cy="4956048"/>
          </a:xfrm>
          <a:custGeom>
            <a:rect b="b" l="l" r="r" t="t"/>
            <a:pathLst>
              <a:path extrusionOk="0" h="4956048" w="10607040">
                <a:moveTo>
                  <a:pt x="497480" y="0"/>
                </a:moveTo>
                <a:lnTo>
                  <a:pt x="10607040" y="0"/>
                </a:lnTo>
                <a:lnTo>
                  <a:pt x="10607040" y="4485407"/>
                </a:lnTo>
                <a:lnTo>
                  <a:pt x="10131692" y="4956048"/>
                </a:lnTo>
                <a:lnTo>
                  <a:pt x="0" y="4956048"/>
                </a:lnTo>
                <a:lnTo>
                  <a:pt x="0" y="492554"/>
                </a:lnTo>
                <a:close/>
              </a:path>
            </a:pathLst>
          </a:cu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0"/>
          <p:cNvSpPr txBox="1"/>
          <p:nvPr/>
        </p:nvSpPr>
        <p:spPr>
          <a:xfrm>
            <a:off x="1007011" y="1457694"/>
            <a:ext cx="10655105" cy="394261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lt1"/>
              </a:buClr>
              <a:buSzPts val="2240"/>
              <a:buFont typeface="Noto Sans Symbols"/>
              <a:buNone/>
            </a:pPr>
            <a:r>
              <a:rPr b="1" i="0" lang="es-PE" sz="2800" u="none" cap="none" strike="noStrike">
                <a:solidFill>
                  <a:srgbClr val="262626"/>
                </a:solidFill>
                <a:latin typeface="Century Gothic"/>
                <a:ea typeface="Century Gothic"/>
                <a:cs typeface="Century Gothic"/>
                <a:sym typeface="Century Gothic"/>
              </a:rPr>
              <a:t>CONCLUSION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160"/>
              </a:spcBef>
              <a:spcAft>
                <a:spcPts val="0"/>
              </a:spcAft>
              <a:buClr>
                <a:schemeClr val="lt1"/>
              </a:buClr>
              <a:buSzPts val="2240"/>
              <a:buFont typeface="Noto Sans Symbols"/>
              <a:buNone/>
            </a:pPr>
            <a:r>
              <a:rPr b="1" i="0" lang="es-PE" sz="2800" u="none" cap="none" strike="noStrike">
                <a:solidFill>
                  <a:srgbClr val="FFC000"/>
                </a:solidFill>
                <a:latin typeface="Century Gothic"/>
                <a:ea typeface="Century Gothic"/>
                <a:cs typeface="Century Gothic"/>
                <a:sym typeface="Century Gothic"/>
              </a:rPr>
              <a:t>Equipo3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160"/>
              </a:spcBef>
              <a:spcAft>
                <a:spcPts val="0"/>
              </a:spcAft>
              <a:buClr>
                <a:schemeClr val="lt1"/>
              </a:buClr>
              <a:buSzPts val="2240"/>
              <a:buFont typeface="Noto Sans Symbols"/>
              <a:buNone/>
            </a:pPr>
            <a:r>
              <a:rPr b="1" i="0" lang="es-PE" sz="2800" u="none" cap="none" strike="noStrike">
                <a:solidFill>
                  <a:srgbClr val="262626"/>
                </a:solidFill>
                <a:latin typeface="Century Gothic"/>
                <a:ea typeface="Century Gothic"/>
                <a:cs typeface="Century Gothic"/>
                <a:sym typeface="Century Gothic"/>
              </a:rPr>
              <a:t>⚽</a:t>
            </a:r>
            <a:r>
              <a:rPr b="0" i="0" lang="es-PE" sz="2000" u="none" cap="none" strike="noStrike">
                <a:solidFill>
                  <a:srgbClr val="202124"/>
                </a:solidFill>
                <a:latin typeface="Roboto"/>
                <a:ea typeface="Roboto"/>
                <a:cs typeface="Roboto"/>
                <a:sym typeface="Roboto"/>
              </a:rPr>
              <a:t>Cuando el caudal aumenta tambien aumenta el cote y disminuye Ph,Ce,SD,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rPr b="0" i="0" lang="es-PE" sz="2000" u="none" cap="none" strike="noStrike">
                <a:solidFill>
                  <a:srgbClr val="202124"/>
                </a:solidFill>
                <a:latin typeface="Roboto"/>
                <a:ea typeface="Roboto"/>
                <a:cs typeface="Roboto"/>
                <a:sym typeface="Roboto"/>
              </a:rPr>
              <a:t>Alcal,DT,cls,SO4.NO3,NO2 y PO4 ademas no es afectada por la temperatura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rPr b="0" i="0" lang="es-PE" sz="2000" u="none" cap="none" strike="noStrike">
                <a:solidFill>
                  <a:srgbClr val="202124"/>
                </a:solidFill>
                <a:latin typeface="Roboto"/>
                <a:ea typeface="Roboto"/>
                <a:cs typeface="Roboto"/>
                <a:sym typeface="Roboto"/>
              </a:rPr>
              <a:t>(temp),Turb,OD,Cu,Al,Fe,Mn,Pb,Cd ,Zn,As y coto.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rPr b="0" i="0" lang="es-PE" sz="2000" u="none" cap="none" strike="noStrike">
                <a:solidFill>
                  <a:srgbClr val="202124"/>
                </a:solidFill>
                <a:latin typeface="Roboto"/>
                <a:ea typeface="Roboto"/>
                <a:cs typeface="Roboto"/>
                <a:sym typeface="Roboto"/>
              </a:rPr>
              <a:t>Por otro lado cuando aumenta la temperatura aumentan el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rPr b="0" i="0" lang="es-PE" sz="2000" u="none" cap="none" strike="noStrike">
                <a:solidFill>
                  <a:srgbClr val="202124"/>
                </a:solidFill>
                <a:latin typeface="Roboto"/>
                <a:ea typeface="Roboto"/>
                <a:cs typeface="Roboto"/>
                <a:sym typeface="Roboto"/>
              </a:rPr>
              <a:t>Turb,OD,Cu,Al,Fe,Mn,Pb,Cd ,Zn,As y coto, la tempertura no afecta ;caudal,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rPr b="0" i="0" lang="es-PE" sz="2000" u="none" cap="none" strike="noStrike">
                <a:solidFill>
                  <a:srgbClr val="202124"/>
                </a:solidFill>
                <a:latin typeface="Roboto"/>
                <a:ea typeface="Roboto"/>
                <a:cs typeface="Roboto"/>
                <a:sym typeface="Roboto"/>
              </a:rPr>
              <a:t>Ph,Ce,SD,Alcal,DT,cls,SO4.NO3,NO2 y PO4.</a:t>
            </a:r>
            <a:endParaRPr b="1" i="0" sz="2800" u="none" cap="none" strike="noStrike">
              <a:solidFill>
                <a:srgbClr val="262626"/>
              </a:solidFill>
              <a:latin typeface="Century Gothic"/>
              <a:ea typeface="Century Gothic"/>
              <a:cs typeface="Century Gothic"/>
              <a:sym typeface="Century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1"/>
          <p:cNvSpPr txBox="1"/>
          <p:nvPr/>
        </p:nvSpPr>
        <p:spPr>
          <a:xfrm>
            <a:off x="1210211" y="785279"/>
            <a:ext cx="10655105" cy="4416594"/>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lt1"/>
              </a:buClr>
              <a:buSzPts val="1600"/>
              <a:buFont typeface="Noto Sans Symbols"/>
              <a:buNone/>
            </a:pPr>
            <a:r>
              <a:t/>
            </a:r>
            <a:endParaRPr b="0" i="0" sz="2000" u="none" cap="none" strike="noStrike">
              <a:solidFill>
                <a:srgbClr val="202124"/>
              </a:solidFill>
              <a:latin typeface="Roboto"/>
              <a:ea typeface="Roboto"/>
              <a:cs typeface="Roboto"/>
              <a:sym typeface="Roboto"/>
            </a:endParaRPr>
          </a:p>
          <a:p>
            <a:pPr indent="0" lvl="0" marL="0" marR="0" rtl="0" algn="l">
              <a:lnSpc>
                <a:spcPct val="100000"/>
              </a:lnSpc>
              <a:spcBef>
                <a:spcPts val="1000"/>
              </a:spcBef>
              <a:spcAft>
                <a:spcPts val="0"/>
              </a:spcAft>
              <a:buClr>
                <a:schemeClr val="lt1"/>
              </a:buClr>
              <a:buSzPts val="1600"/>
              <a:buFont typeface="Noto Sans Symbols"/>
              <a:buNone/>
            </a:pPr>
            <a:r>
              <a:rPr b="1" i="0" lang="es-PE" sz="2000" u="none" cap="none" strike="noStrike">
                <a:solidFill>
                  <a:srgbClr val="FFC000"/>
                </a:solidFill>
                <a:latin typeface="Century Gothic"/>
                <a:ea typeface="Century Gothic"/>
                <a:cs typeface="Century Gothic"/>
                <a:sym typeface="Century Gothic"/>
              </a:rPr>
              <a:t>Equipo3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t/>
            </a:r>
            <a:endParaRPr b="0" i="0" sz="2000" u="none" cap="none" strike="noStrike">
              <a:solidFill>
                <a:srgbClr val="202124"/>
              </a:solidFill>
              <a:latin typeface="Roboto"/>
              <a:ea typeface="Roboto"/>
              <a:cs typeface="Roboto"/>
              <a:sym typeface="Roboto"/>
            </a:endParaRPr>
          </a:p>
          <a:p>
            <a:pPr indent="0" lvl="0" marL="0" marR="0" rtl="0" algn="l">
              <a:lnSpc>
                <a:spcPct val="100000"/>
              </a:lnSpc>
              <a:spcBef>
                <a:spcPts val="1000"/>
              </a:spcBef>
              <a:spcAft>
                <a:spcPts val="0"/>
              </a:spcAft>
              <a:buClr>
                <a:schemeClr val="lt1"/>
              </a:buClr>
              <a:buSzPts val="1600"/>
              <a:buFont typeface="Noto Sans Symbols"/>
              <a:buNone/>
            </a:pPr>
            <a:r>
              <a:rPr b="0" i="0" lang="es-PE" sz="2000" u="none" cap="none" strike="noStrike">
                <a:solidFill>
                  <a:srgbClr val="202124"/>
                </a:solidFill>
                <a:latin typeface="Roboto"/>
                <a:ea typeface="Roboto"/>
                <a:cs typeface="Roboto"/>
                <a:sym typeface="Roboto"/>
              </a:rPr>
              <a:t>**factor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t/>
            </a:r>
            <a:endParaRPr b="0" i="0" sz="2000" u="none" cap="none" strike="noStrike">
              <a:solidFill>
                <a:srgbClr val="202124"/>
              </a:solidFill>
              <a:latin typeface="Roboto"/>
              <a:ea typeface="Roboto"/>
              <a:cs typeface="Roboto"/>
              <a:sym typeface="Roboto"/>
            </a:endParaRPr>
          </a:p>
          <a:p>
            <a:pPr indent="0" lvl="0" marL="0" marR="0" rtl="0" algn="l">
              <a:lnSpc>
                <a:spcPct val="100000"/>
              </a:lnSpc>
              <a:spcBef>
                <a:spcPts val="1000"/>
              </a:spcBef>
              <a:spcAft>
                <a:spcPts val="0"/>
              </a:spcAft>
              <a:buClr>
                <a:schemeClr val="lt1"/>
              </a:buClr>
              <a:buSzPts val="1600"/>
              <a:buFont typeface="Noto Sans Symbols"/>
              <a:buNone/>
            </a:pPr>
            <a:r>
              <a:rPr b="0" i="0" lang="es-PE" sz="2000" u="none" cap="none" strike="noStrike">
                <a:solidFill>
                  <a:srgbClr val="202124"/>
                </a:solidFill>
                <a:latin typeface="Roboto"/>
                <a:ea typeface="Roboto"/>
                <a:cs typeface="Roboto"/>
                <a:sym typeface="Roboto"/>
              </a:rPr>
              <a:t>Mn , Pb,As,Al,Fe,Turb ,Zn, Cu,Cd,Temp,"OD" y"cote"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t/>
            </a:r>
            <a:endParaRPr b="0" i="0" sz="2000" u="none" cap="none" strike="noStrike">
              <a:solidFill>
                <a:srgbClr val="202124"/>
              </a:solidFill>
              <a:latin typeface="Roboto"/>
              <a:ea typeface="Roboto"/>
              <a:cs typeface="Roboto"/>
              <a:sym typeface="Roboto"/>
            </a:endParaRPr>
          </a:p>
          <a:p>
            <a:pPr indent="0" lvl="0" marL="0" marR="0" rtl="0" algn="l">
              <a:lnSpc>
                <a:spcPct val="100000"/>
              </a:lnSpc>
              <a:spcBef>
                <a:spcPts val="1000"/>
              </a:spcBef>
              <a:spcAft>
                <a:spcPts val="0"/>
              </a:spcAft>
              <a:buClr>
                <a:schemeClr val="lt1"/>
              </a:buClr>
              <a:buSzPts val="1600"/>
              <a:buFont typeface="Noto Sans Symbols"/>
              <a:buNone/>
            </a:pPr>
            <a:r>
              <a:rPr b="0" i="0" lang="es-PE" sz="2000" u="none" cap="none" strike="noStrike">
                <a:solidFill>
                  <a:srgbClr val="202124"/>
                </a:solidFill>
                <a:latin typeface="Roboto"/>
                <a:ea typeface="Roboto"/>
                <a:cs typeface="Roboto"/>
                <a:sym typeface="Roboto"/>
              </a:rPr>
              <a:t>**factor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000"/>
              </a:spcBef>
              <a:spcAft>
                <a:spcPts val="0"/>
              </a:spcAft>
              <a:buClr>
                <a:schemeClr val="lt1"/>
              </a:buClr>
              <a:buSzPts val="1600"/>
              <a:buFont typeface="Noto Sans Symbols"/>
              <a:buNone/>
            </a:pPr>
            <a:r>
              <a:t/>
            </a:r>
            <a:endParaRPr b="0" i="0" sz="2000" u="none" cap="none" strike="noStrike">
              <a:solidFill>
                <a:srgbClr val="202124"/>
              </a:solidFill>
              <a:latin typeface="Roboto"/>
              <a:ea typeface="Roboto"/>
              <a:cs typeface="Roboto"/>
              <a:sym typeface="Roboto"/>
            </a:endParaRPr>
          </a:p>
          <a:p>
            <a:pPr indent="0" lvl="0" marL="0" marR="0" rtl="0" algn="l">
              <a:lnSpc>
                <a:spcPct val="100000"/>
              </a:lnSpc>
              <a:spcBef>
                <a:spcPts val="1000"/>
              </a:spcBef>
              <a:spcAft>
                <a:spcPts val="0"/>
              </a:spcAft>
              <a:buClr>
                <a:schemeClr val="lt1"/>
              </a:buClr>
              <a:buSzPts val="1600"/>
              <a:buFont typeface="Noto Sans Symbols"/>
              <a:buNone/>
            </a:pPr>
            <a:r>
              <a:rPr b="0" i="0" lang="es-PE" sz="2000" u="none" cap="none" strike="noStrike">
                <a:solidFill>
                  <a:srgbClr val="202124"/>
                </a:solidFill>
                <a:latin typeface="Roboto"/>
                <a:ea typeface="Roboto"/>
                <a:cs typeface="Roboto"/>
                <a:sym typeface="Roboto"/>
              </a:rPr>
              <a:t>Ce, alcal,Sd,DT,NO3,S04,CLs,PO4,Caudal,NO2,"Ph" y  "coto"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22"/>
          <p:cNvSpPr txBox="1"/>
          <p:nvPr/>
        </p:nvSpPr>
        <p:spPr>
          <a:xfrm>
            <a:off x="638629" y="841829"/>
            <a:ext cx="8534400" cy="28623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rPr b="1" i="0" lang="es-PE" sz="1800" u="none" cap="none" strike="noStrike">
                <a:solidFill>
                  <a:srgbClr val="FFC000"/>
                </a:solidFill>
                <a:latin typeface="Century Gothic"/>
                <a:ea typeface="Century Gothic"/>
                <a:cs typeface="Century Gothic"/>
                <a:sym typeface="Century Gothic"/>
              </a:rPr>
              <a:t>Tesista</a:t>
            </a:r>
            <a:endParaRPr b="1" i="0" sz="1800" u="none" cap="none" strike="noStrike">
              <a:solidFill>
                <a:srgbClr val="FFC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chemeClr val="lt1"/>
              </a:buClr>
              <a:buSzPts val="1800"/>
              <a:buFont typeface="Noto Sans Symbols"/>
              <a:buNone/>
            </a:pPr>
            <a:r>
              <a:t/>
            </a:r>
            <a:endParaRPr b="0" i="0" sz="1800" u="none" cap="none" strike="noStrike">
              <a:solidFill>
                <a:srgbClr val="202124"/>
              </a:solidFill>
              <a:latin typeface="Roboto"/>
              <a:ea typeface="Roboto"/>
              <a:cs typeface="Roboto"/>
              <a:sym typeface="Roboto"/>
            </a:endParaRPr>
          </a:p>
          <a:p>
            <a:pPr indent="0" lvl="0" marL="0" marR="0" rtl="0" algn="l">
              <a:lnSpc>
                <a:spcPct val="100000"/>
              </a:lnSpc>
              <a:spcBef>
                <a:spcPts val="0"/>
              </a:spcBef>
              <a:spcAft>
                <a:spcPts val="0"/>
              </a:spcAft>
              <a:buClr>
                <a:schemeClr val="lt1"/>
              </a:buClr>
              <a:buSzPts val="1800"/>
              <a:buFont typeface="Noto Sans Symbols"/>
              <a:buNone/>
            </a:pPr>
            <a:r>
              <a:t/>
            </a:r>
            <a:endParaRPr b="0" i="0" sz="1800" u="none" cap="none" strike="noStrike">
              <a:solidFill>
                <a:srgbClr val="202124"/>
              </a:solidFill>
              <a:latin typeface="Roboto"/>
              <a:ea typeface="Roboto"/>
              <a:cs typeface="Roboto"/>
              <a:sym typeface="Roboto"/>
            </a:endParaRPr>
          </a:p>
          <a:p>
            <a:pPr indent="0" lvl="0" marL="0" marR="0" rtl="0" algn="l">
              <a:lnSpc>
                <a:spcPct val="100000"/>
              </a:lnSpc>
              <a:spcBef>
                <a:spcPts val="0"/>
              </a:spcBef>
              <a:spcAft>
                <a:spcPts val="0"/>
              </a:spcAft>
              <a:buClr>
                <a:srgbClr val="202124"/>
              </a:buClr>
              <a:buSzPts val="1800"/>
              <a:buFont typeface="Noto Sans Symbols"/>
              <a:buNone/>
            </a:pPr>
            <a:r>
              <a:rPr b="0" i="0" lang="es-PE" sz="1800" u="none" cap="none" strike="noStrike">
                <a:solidFill>
                  <a:srgbClr val="202124"/>
                </a:solidFill>
                <a:latin typeface="Roboto"/>
                <a:ea typeface="Roboto"/>
                <a:cs typeface="Roboto"/>
                <a:sym typeface="Roboto"/>
              </a:rPr>
              <a:t>**factor 1:**</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800"/>
              <a:buFont typeface="Noto Sans Symbols"/>
              <a:buNone/>
            </a:pPr>
            <a:r>
              <a:t/>
            </a:r>
            <a:endParaRPr b="0" i="0" sz="1800" u="none" cap="none" strike="noStrike">
              <a:solidFill>
                <a:srgbClr val="202124"/>
              </a:solidFill>
              <a:latin typeface="Roboto"/>
              <a:ea typeface="Roboto"/>
              <a:cs typeface="Roboto"/>
              <a:sym typeface="Roboto"/>
            </a:endParaRPr>
          </a:p>
          <a:p>
            <a:pPr indent="0" lvl="0" marL="0" marR="0" rtl="0" algn="l">
              <a:lnSpc>
                <a:spcPct val="100000"/>
              </a:lnSpc>
              <a:spcBef>
                <a:spcPts val="0"/>
              </a:spcBef>
              <a:spcAft>
                <a:spcPts val="0"/>
              </a:spcAft>
              <a:buClr>
                <a:srgbClr val="202124"/>
              </a:buClr>
              <a:buSzPts val="1800"/>
              <a:buFont typeface="Noto Sans Symbols"/>
              <a:buNone/>
            </a:pPr>
            <a:r>
              <a:rPr b="0" i="0" lang="es-PE" sz="1800" u="none" cap="none" strike="noStrike">
                <a:solidFill>
                  <a:srgbClr val="202124"/>
                </a:solidFill>
                <a:latin typeface="Roboto"/>
                <a:ea typeface="Roboto"/>
                <a:cs typeface="Roboto"/>
                <a:sym typeface="Roboto"/>
              </a:rPr>
              <a:t>Ce, alcal,Sd,DT,NO3,S04,CLs,PO4,Caudal,NO2 y ”OD”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800"/>
              <a:buFont typeface="Noto Sans Symbols"/>
              <a:buNone/>
            </a:pPr>
            <a:r>
              <a:t/>
            </a:r>
            <a:endParaRPr b="0" i="0" sz="1800" u="none" cap="none" strike="noStrike">
              <a:solidFill>
                <a:srgbClr val="202124"/>
              </a:solidFill>
              <a:latin typeface="Roboto"/>
              <a:ea typeface="Roboto"/>
              <a:cs typeface="Roboto"/>
              <a:sym typeface="Roboto"/>
            </a:endParaRPr>
          </a:p>
          <a:p>
            <a:pPr indent="0" lvl="0" marL="0" marR="0" rtl="0" algn="l">
              <a:lnSpc>
                <a:spcPct val="100000"/>
              </a:lnSpc>
              <a:spcBef>
                <a:spcPts val="0"/>
              </a:spcBef>
              <a:spcAft>
                <a:spcPts val="0"/>
              </a:spcAft>
              <a:buClr>
                <a:srgbClr val="202124"/>
              </a:buClr>
              <a:buSzPts val="1800"/>
              <a:buFont typeface="Noto Sans Symbols"/>
              <a:buNone/>
            </a:pPr>
            <a:r>
              <a:rPr b="0" i="0" lang="es-PE" sz="1800" u="none" cap="none" strike="noStrike">
                <a:solidFill>
                  <a:srgbClr val="202124"/>
                </a:solidFill>
                <a:latin typeface="Roboto"/>
                <a:ea typeface="Roboto"/>
                <a:cs typeface="Roboto"/>
                <a:sym typeface="Roboto"/>
              </a:rPr>
              <a:t>**factor 2:**</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chemeClr val="lt1"/>
              </a:buClr>
              <a:buSzPts val="1800"/>
              <a:buFont typeface="Noto Sans Symbols"/>
              <a:buNone/>
            </a:pPr>
            <a:r>
              <a:t/>
            </a:r>
            <a:endParaRPr b="0" i="0" sz="1800" u="none" cap="none" strike="noStrike">
              <a:solidFill>
                <a:srgbClr val="202124"/>
              </a:solidFill>
              <a:latin typeface="Roboto"/>
              <a:ea typeface="Roboto"/>
              <a:cs typeface="Roboto"/>
              <a:sym typeface="Roboto"/>
            </a:endParaRPr>
          </a:p>
          <a:p>
            <a:pPr indent="0" lvl="0" marL="0" marR="0" rtl="0" algn="l">
              <a:lnSpc>
                <a:spcPct val="100000"/>
              </a:lnSpc>
              <a:spcBef>
                <a:spcPts val="0"/>
              </a:spcBef>
              <a:spcAft>
                <a:spcPts val="0"/>
              </a:spcAft>
              <a:buClr>
                <a:srgbClr val="202124"/>
              </a:buClr>
              <a:buSzPts val="1800"/>
              <a:buFont typeface="Noto Sans Symbols"/>
              <a:buNone/>
            </a:pPr>
            <a:r>
              <a:rPr b="0" i="0" lang="es-PE" sz="1800" u="none" cap="none" strike="noStrike">
                <a:solidFill>
                  <a:srgbClr val="202124"/>
                </a:solidFill>
                <a:latin typeface="Roboto"/>
                <a:ea typeface="Roboto"/>
                <a:cs typeface="Roboto"/>
                <a:sym typeface="Roboto"/>
              </a:rPr>
              <a:t>Mn , Pb,As,Al,Fe,Turb ,Zn, Cu,Cd,Temp, ,"Ph" , "coto" y "cote"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23"/>
          <p:cNvSpPr txBox="1"/>
          <p:nvPr/>
        </p:nvSpPr>
        <p:spPr>
          <a:xfrm>
            <a:off x="1132114" y="1190171"/>
            <a:ext cx="9318172" cy="221599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262626"/>
              </a:buClr>
              <a:buSzPts val="2800"/>
              <a:buFont typeface="Noto Sans Symbols"/>
              <a:buNone/>
            </a:pPr>
            <a:r>
              <a:rPr b="1" i="0" lang="es-PE" sz="2800" u="none" cap="none" strike="noStrike">
                <a:solidFill>
                  <a:srgbClr val="262626"/>
                </a:solidFill>
                <a:latin typeface="Century Gothic"/>
                <a:ea typeface="Century Gothic"/>
                <a:cs typeface="Century Gothic"/>
                <a:sym typeface="Century Gothic"/>
              </a:rPr>
              <a:t>CONCLUSION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C000"/>
              </a:buClr>
              <a:buSzPts val="2800"/>
              <a:buFont typeface="Noto Sans Symbols"/>
              <a:buNone/>
            </a:pPr>
            <a:r>
              <a:rPr b="1" i="0" lang="es-PE" sz="2800" u="none" cap="none" strike="noStrike">
                <a:solidFill>
                  <a:srgbClr val="FFC000"/>
                </a:solidFill>
                <a:latin typeface="Century Gothic"/>
                <a:ea typeface="Century Gothic"/>
                <a:cs typeface="Century Gothic"/>
                <a:sym typeface="Century Gothic"/>
              </a:rPr>
              <a:t>Tesista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262626"/>
              </a:buClr>
              <a:buSzPts val="2800"/>
              <a:buFont typeface="Noto Sans Symbols"/>
              <a:buNone/>
            </a:pPr>
            <a:r>
              <a:rPr b="1" i="0" lang="es-PE" sz="2800" u="none" cap="none" strike="noStrike">
                <a:solidFill>
                  <a:srgbClr val="262626"/>
                </a:solidFill>
                <a:latin typeface="Century Gothic"/>
                <a:ea typeface="Century Gothic"/>
                <a:cs typeface="Century Gothic"/>
                <a:sym typeface="Century Gothic"/>
              </a:rPr>
              <a:t>⚽</a:t>
            </a:r>
            <a:r>
              <a:rPr b="0" i="0" lang="es-PE" sz="1800" u="none" cap="none" strike="noStrike">
                <a:solidFill>
                  <a:srgbClr val="202124"/>
                </a:solidFill>
                <a:latin typeface="Roboto"/>
                <a:ea typeface="Roboto"/>
                <a:cs typeface="Roboto"/>
                <a:sym typeface="Roboto"/>
              </a:rPr>
              <a:t>Según los resultados obtenidos por el tesista los coliformes totales(coto) y termotolerables(cote) no tienen correlación con ningún variable del factor1 pero si una aparente relación inversa con el Ph, no obstante sobre el factor2 ambas variables son las que contribuyen con la mayor variabilidad de los datos.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4"/>
          <p:cNvSpPr txBox="1"/>
          <p:nvPr/>
        </p:nvSpPr>
        <p:spPr>
          <a:xfrm>
            <a:off x="896314" y="1744840"/>
            <a:ext cx="9777046" cy="261610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400"/>
              <a:buFont typeface="Arial"/>
              <a:buNone/>
            </a:pPr>
            <a:r>
              <a:rPr b="1" i="0" lang="es-PE" sz="4400" u="none" cap="none" strike="noStrike">
                <a:solidFill>
                  <a:schemeClr val="dk1"/>
                </a:solidFill>
                <a:latin typeface="Century Gothic"/>
                <a:ea typeface="Century Gothic"/>
                <a:cs typeface="Century Gothic"/>
                <a:sym typeface="Century Gothic"/>
              </a:rPr>
              <a:t>Objetivos:</a:t>
            </a:r>
            <a:endParaRPr b="1" i="0" sz="5400" u="none" cap="none" strike="noStrike">
              <a:solidFill>
                <a:schemeClr val="dk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chemeClr val="lt1"/>
                </a:solidFill>
                <a:latin typeface="Century Gothic"/>
                <a:ea typeface="Century Gothic"/>
                <a:cs typeface="Century Gothic"/>
                <a:sym typeface="Century Gothic"/>
              </a:rPr>
              <a:t>🔑 Identificar patrones temporales de variación de la calidad de agua.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0" i="0" lang="es-PE" sz="2400" u="none" cap="none" strike="noStrike">
                <a:solidFill>
                  <a:schemeClr val="lt1"/>
                </a:solidFill>
                <a:latin typeface="Century Gothic"/>
                <a:ea typeface="Century Gothic"/>
                <a:cs typeface="Century Gothic"/>
                <a:sym typeface="Century Gothic"/>
              </a:rPr>
              <a:t>🔑 Examinar la variación temporal de cada uno de los parámetros de la calidad de agua.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62D2EF"/>
            </a:gs>
            <a:gs pos="10000">
              <a:srgbClr val="62D2EF"/>
            </a:gs>
            <a:gs pos="100000">
              <a:srgbClr val="05578D"/>
            </a:gs>
          </a:gsLst>
          <a:lin ang="6120000" scaled="0"/>
        </a:gradFill>
      </p:bgPr>
    </p:bg>
    <p:spTree>
      <p:nvGrpSpPr>
        <p:cNvPr id="288" name="Shape 288"/>
        <p:cNvGrpSpPr/>
        <p:nvPr/>
      </p:nvGrpSpPr>
      <p:grpSpPr>
        <a:xfrm>
          <a:off x="0" y="0"/>
          <a:ext cx="0" cy="0"/>
          <a:chOff x="0" y="0"/>
          <a:chExt cx="0" cy="0"/>
        </a:xfrm>
      </p:grpSpPr>
      <p:grpSp>
        <p:nvGrpSpPr>
          <p:cNvPr id="289" name="Google Shape;289;p25"/>
          <p:cNvGrpSpPr/>
          <p:nvPr/>
        </p:nvGrpSpPr>
        <p:grpSpPr>
          <a:xfrm>
            <a:off x="9206969" y="2963333"/>
            <a:ext cx="2981859" cy="3208867"/>
            <a:chOff x="9206969" y="2963333"/>
            <a:chExt cx="2981859" cy="3208867"/>
          </a:xfrm>
        </p:grpSpPr>
        <p:cxnSp>
          <p:nvCxnSpPr>
            <p:cNvPr id="290" name="Google Shape;290;p25"/>
            <p:cNvCxnSpPr/>
            <p:nvPr/>
          </p:nvCxnSpPr>
          <p:spPr>
            <a:xfrm flipH="1">
              <a:off x="11276012" y="2963333"/>
              <a:ext cx="912814" cy="912812"/>
            </a:xfrm>
            <a:prstGeom prst="straightConnector1">
              <a:avLst/>
            </a:prstGeom>
            <a:noFill/>
            <a:ln cap="flat" cmpd="sng" w="9525">
              <a:solidFill>
                <a:schemeClr val="lt1"/>
              </a:solidFill>
              <a:prstDash val="solid"/>
              <a:round/>
              <a:headEnd len="sm" w="sm" type="none"/>
              <a:tailEnd len="sm" w="sm" type="none"/>
            </a:ln>
          </p:spPr>
        </p:cxnSp>
        <p:cxnSp>
          <p:nvCxnSpPr>
            <p:cNvPr id="291" name="Google Shape;291;p25"/>
            <p:cNvCxnSpPr/>
            <p:nvPr/>
          </p:nvCxnSpPr>
          <p:spPr>
            <a:xfrm flipH="1">
              <a:off x="9206969" y="3190344"/>
              <a:ext cx="2981857" cy="2981856"/>
            </a:xfrm>
            <a:prstGeom prst="straightConnector1">
              <a:avLst/>
            </a:prstGeom>
            <a:noFill/>
            <a:ln cap="flat" cmpd="sng" w="9525">
              <a:solidFill>
                <a:schemeClr val="lt1"/>
              </a:solidFill>
              <a:prstDash val="solid"/>
              <a:round/>
              <a:headEnd len="sm" w="sm" type="none"/>
              <a:tailEnd len="sm" w="sm" type="none"/>
            </a:ln>
          </p:spPr>
        </p:cxnSp>
        <p:cxnSp>
          <p:nvCxnSpPr>
            <p:cNvPr id="292" name="Google Shape;292;p25"/>
            <p:cNvCxnSpPr/>
            <p:nvPr/>
          </p:nvCxnSpPr>
          <p:spPr>
            <a:xfrm flipH="1">
              <a:off x="10292292" y="3285067"/>
              <a:ext cx="1896534" cy="1896533"/>
            </a:xfrm>
            <a:prstGeom prst="straightConnector1">
              <a:avLst/>
            </a:prstGeom>
            <a:noFill/>
            <a:ln cap="flat" cmpd="sng" w="9525">
              <a:solidFill>
                <a:schemeClr val="lt1"/>
              </a:solidFill>
              <a:prstDash val="solid"/>
              <a:round/>
              <a:headEnd len="sm" w="sm" type="none"/>
              <a:tailEnd len="sm" w="sm" type="none"/>
            </a:ln>
          </p:spPr>
        </p:cxnSp>
        <p:cxnSp>
          <p:nvCxnSpPr>
            <p:cNvPr id="293" name="Google Shape;293;p25"/>
            <p:cNvCxnSpPr/>
            <p:nvPr/>
          </p:nvCxnSpPr>
          <p:spPr>
            <a:xfrm flipH="1">
              <a:off x="10443103" y="3131080"/>
              <a:ext cx="1745722" cy="1745720"/>
            </a:xfrm>
            <a:prstGeom prst="straightConnector1">
              <a:avLst/>
            </a:prstGeom>
            <a:noFill/>
            <a:ln cap="flat" cmpd="sng" w="28575">
              <a:solidFill>
                <a:schemeClr val="lt1"/>
              </a:solidFill>
              <a:prstDash val="solid"/>
              <a:round/>
              <a:headEnd len="sm" w="sm" type="none"/>
              <a:tailEnd len="sm" w="sm" type="none"/>
            </a:ln>
          </p:spPr>
        </p:cxnSp>
        <p:cxnSp>
          <p:nvCxnSpPr>
            <p:cNvPr id="294" name="Google Shape;294;p25"/>
            <p:cNvCxnSpPr/>
            <p:nvPr/>
          </p:nvCxnSpPr>
          <p:spPr>
            <a:xfrm flipH="1">
              <a:off x="10918826" y="3683001"/>
              <a:ext cx="1270001" cy="1269999"/>
            </a:xfrm>
            <a:prstGeom prst="straightConnector1">
              <a:avLst/>
            </a:prstGeom>
            <a:noFill/>
            <a:ln cap="flat" cmpd="sng" w="28575">
              <a:solidFill>
                <a:schemeClr val="lt1"/>
              </a:solidFill>
              <a:prstDash val="solid"/>
              <a:round/>
              <a:headEnd len="sm" w="sm" type="none"/>
              <a:tailEnd len="sm" w="sm" type="none"/>
            </a:ln>
          </p:spPr>
        </p:cxnSp>
      </p:grpSp>
      <p:sp>
        <p:nvSpPr>
          <p:cNvPr id="295" name="Google Shape;295;p25"/>
          <p:cNvSpPr/>
          <p:nvPr/>
        </p:nvSpPr>
        <p:spPr>
          <a:xfrm>
            <a:off x="0" y="0"/>
            <a:ext cx="12192000" cy="6858000"/>
          </a:xfrm>
          <a:prstGeom prst="rect">
            <a:avLst/>
          </a:prstGeom>
          <a:gradFill>
            <a:gsLst>
              <a:gs pos="0">
                <a:srgbClr val="62D2EF"/>
              </a:gs>
              <a:gs pos="10000">
                <a:srgbClr val="62D2EF"/>
              </a:gs>
              <a:gs pos="100000">
                <a:srgbClr val="05578D"/>
              </a:gs>
            </a:gsLst>
            <a:lin ang="612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sp>
        <p:nvSpPr>
          <p:cNvPr id="296" name="Google Shape;296;p25"/>
          <p:cNvSpPr/>
          <p:nvPr/>
        </p:nvSpPr>
        <p:spPr>
          <a:xfrm>
            <a:off x="628229" y="620722"/>
            <a:ext cx="10935543" cy="5286838"/>
          </a:xfrm>
          <a:prstGeom prst="snip2DiagRect">
            <a:avLst>
              <a:gd fmla="val 10787" name="adj1"/>
              <a:gd fmla="val 0" name="adj2"/>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p:txBody>
      </p:sp>
      <p:pic>
        <p:nvPicPr>
          <p:cNvPr descr="Gráfico, Gráfico de líneas&#10;&#10;Descripción generada automáticamente" id="297" name="Google Shape;297;p25"/>
          <p:cNvPicPr preferRelativeResize="0"/>
          <p:nvPr/>
        </p:nvPicPr>
        <p:blipFill rotWithShape="1">
          <a:blip r:embed="rId3">
            <a:alphaModFix/>
          </a:blip>
          <a:srcRect b="0" l="0" r="0" t="0"/>
          <a:stretch/>
        </p:blipFill>
        <p:spPr>
          <a:xfrm>
            <a:off x="2099187" y="786117"/>
            <a:ext cx="7993625" cy="4956048"/>
          </a:xfrm>
          <a:custGeom>
            <a:rect b="b" l="l" r="r" t="t"/>
            <a:pathLst>
              <a:path extrusionOk="0" h="4956048" w="10607040">
                <a:moveTo>
                  <a:pt x="497480" y="0"/>
                </a:moveTo>
                <a:lnTo>
                  <a:pt x="10607040" y="0"/>
                </a:lnTo>
                <a:lnTo>
                  <a:pt x="10607040" y="4485407"/>
                </a:lnTo>
                <a:lnTo>
                  <a:pt x="10131692" y="4956048"/>
                </a:lnTo>
                <a:lnTo>
                  <a:pt x="0" y="4956048"/>
                </a:lnTo>
                <a:lnTo>
                  <a:pt x="0" y="492554"/>
                </a:lnTo>
                <a:close/>
              </a:path>
            </a:pathLst>
          </a:cu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pic>
        <p:nvPicPr>
          <p:cNvPr descr="Gráfico, Gráfico de cajas y bigotes&#10;&#10;Descripción generada automáticamente" id="302" name="Google Shape;302;p26"/>
          <p:cNvPicPr preferRelativeResize="0"/>
          <p:nvPr/>
        </p:nvPicPr>
        <p:blipFill rotWithShape="1">
          <a:blip r:embed="rId3">
            <a:alphaModFix/>
          </a:blip>
          <a:srcRect b="0" l="0" r="0" t="0"/>
          <a:stretch/>
        </p:blipFill>
        <p:spPr>
          <a:xfrm>
            <a:off x="896470" y="515470"/>
            <a:ext cx="9825318" cy="582705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27"/>
          <p:cNvSpPr txBox="1"/>
          <p:nvPr/>
        </p:nvSpPr>
        <p:spPr>
          <a:xfrm>
            <a:off x="1221761" y="382012"/>
            <a:ext cx="9286581" cy="563231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rgbClr val="FFC000"/>
                </a:solidFill>
                <a:latin typeface="Century Gothic"/>
                <a:ea typeface="Century Gothic"/>
                <a:cs typeface="Century Gothic"/>
                <a:sym typeface="Century Gothic"/>
              </a:rPr>
              <a:t>Equipo3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chemeClr val="dk1"/>
                </a:solidFill>
                <a:latin typeface="Century Gothic"/>
                <a:ea typeface="Century Gothic"/>
                <a:cs typeface="Century Gothic"/>
                <a:sym typeface="Century Gothic"/>
              </a:rPr>
              <a:t>**CONCLUSION DEL DENDOGRAMA:**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rgbClr val="FFC000"/>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rgbClr val="FFC000"/>
                </a:solidFill>
                <a:latin typeface="Century Gothic"/>
                <a:ea typeface="Century Gothic"/>
                <a:cs typeface="Century Gothic"/>
                <a:sym typeface="Century Gothic"/>
              </a:rPr>
              <a:t>**estiage(fujo bajo del rio):**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chemeClr val="lt1"/>
                </a:solidFill>
                <a:latin typeface="Century Gothic"/>
                <a:ea typeface="Century Gothic"/>
                <a:cs typeface="Century Gothic"/>
                <a:sym typeface="Century Gothic"/>
              </a:rPr>
              <a:t>junio,julio,agosto y setiembre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rgbClr val="FFC000"/>
                </a:solidFill>
                <a:latin typeface="Century Gothic"/>
                <a:ea typeface="Century Gothic"/>
                <a:cs typeface="Century Gothic"/>
                <a:sym typeface="Century Gothic"/>
              </a:rPr>
              <a:t>**transicion(incremento o disminucion del  flujo del rio):**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chemeClr val="lt1"/>
                </a:solidFill>
                <a:latin typeface="Century Gothic"/>
                <a:ea typeface="Century Gothic"/>
                <a:cs typeface="Century Gothic"/>
                <a:sym typeface="Century Gothic"/>
              </a:rPr>
              <a:t>octubre, noviembre , diciembre , enero y mayo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t/>
            </a:r>
            <a:endParaRPr b="1" i="0" sz="24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rgbClr val="FFC000"/>
                </a:solidFill>
                <a:latin typeface="Century Gothic"/>
                <a:ea typeface="Century Gothic"/>
                <a:cs typeface="Century Gothic"/>
                <a:sym typeface="Century Gothic"/>
              </a:rPr>
              <a:t>**avenida(flujo alto de rio):**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chemeClr val="lt1"/>
                </a:solidFill>
                <a:latin typeface="Century Gothic"/>
                <a:ea typeface="Century Gothic"/>
                <a:cs typeface="Century Gothic"/>
                <a:sym typeface="Century Gothic"/>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chemeClr val="lt1"/>
                </a:solidFill>
                <a:latin typeface="Century Gothic"/>
                <a:ea typeface="Century Gothic"/>
                <a:cs typeface="Century Gothic"/>
                <a:sym typeface="Century Gothic"/>
              </a:rPr>
              <a:t>febrero, marzo y abril.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8"/>
          <p:cNvSpPr txBox="1"/>
          <p:nvPr/>
        </p:nvSpPr>
        <p:spPr>
          <a:xfrm>
            <a:off x="1279818" y="1443841"/>
            <a:ext cx="9286581" cy="406265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rgbClr val="FFC000"/>
                </a:solidFill>
                <a:latin typeface="Century Gothic"/>
                <a:ea typeface="Century Gothic"/>
                <a:cs typeface="Century Gothic"/>
                <a:sym typeface="Century Gothic"/>
              </a:rPr>
              <a:t>Equipo3</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C000"/>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En nuestro dendograma concluimos que los meses de transicion son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octubre, noviembre , diciembre , enero y mayo son meses que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esta en un ritmo de cambio o bien sube el nivel del agua del rio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o bien baja el nivel del agua del rio,es decir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para que el nivel del agua del rio sea de flujo alto(avenida),en los</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meses previos como enero,diciembre,noviembre,octubre tuvo que aumentar</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de poco a poco el nivel del agua hasta que febrero,marzo y abril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(periodo flujo del rio es alto),luego llegando al mes de mayo(mes de transicion)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comienza a disminuir el nivel del agua de rio rimac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despues en los meses posteriores  junio,julio,agosto y setiembre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el nivel flujo del rio es bajo.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29"/>
          <p:cNvSpPr txBox="1"/>
          <p:nvPr/>
        </p:nvSpPr>
        <p:spPr>
          <a:xfrm>
            <a:off x="1279818" y="1443841"/>
            <a:ext cx="9286581" cy="3508653"/>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2400"/>
              <a:buFont typeface="Arial"/>
              <a:buNone/>
            </a:pPr>
            <a:r>
              <a:rPr b="1" i="0" lang="es-PE" sz="2400" u="none" cap="none" strike="noStrike">
                <a:solidFill>
                  <a:srgbClr val="FFC000"/>
                </a:solidFill>
                <a:latin typeface="Century Gothic"/>
                <a:ea typeface="Century Gothic"/>
                <a:cs typeface="Century Gothic"/>
                <a:sym typeface="Century Gothic"/>
              </a:rPr>
              <a:t>Tesista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C000"/>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rgbClr val="FFC000"/>
                </a:solidFill>
                <a:latin typeface="Century Gothic"/>
                <a:ea typeface="Century Gothic"/>
                <a:cs typeface="Century Gothic"/>
                <a:sym typeface="Century Gothic"/>
              </a:rPr>
              <a:t>**estiage(fujo bajo del rio):**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Mayo ,Junio ,Julio ,Agosto,Septiembre, octubre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entury Gothic"/>
              <a:ea typeface="Century Gothic"/>
              <a:cs typeface="Century Gothic"/>
              <a:sym typeface="Century Gothic"/>
            </a:endParaRPr>
          </a:p>
          <a:p>
            <a:pPr indent="0" lvl="0" marL="0" marR="0" rtl="0" algn="l">
              <a:lnSpc>
                <a:spcPct val="100000"/>
              </a:lnSpc>
              <a:spcBef>
                <a:spcPts val="0"/>
              </a:spcBef>
              <a:spcAft>
                <a:spcPts val="0"/>
              </a:spcAft>
              <a:buClr>
                <a:srgbClr val="000000"/>
              </a:buClr>
              <a:buSzPts val="1800"/>
              <a:buFont typeface="Arial"/>
              <a:buNone/>
            </a:pPr>
            <a:r>
              <a:rPr b="1" i="0" lang="es-PE" sz="1800" u="none" cap="none" strike="noStrike">
                <a:solidFill>
                  <a:srgbClr val="FFC000"/>
                </a:solidFill>
                <a:latin typeface="Century Gothic"/>
                <a:ea typeface="Century Gothic"/>
                <a:cs typeface="Century Gothic"/>
                <a:sym typeface="Century Gothic"/>
              </a:rPr>
              <a:t>**transicion(incremento o disminucion del  flujo del rio):**</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1" i="0" sz="1800" u="none" cap="none" strike="noStrike">
              <a:solidFill>
                <a:srgbClr val="FFC000"/>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Noviembre ,Diciembre, Enero </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rgbClr val="FFC000"/>
                </a:solidFill>
                <a:latin typeface="Century Gothic"/>
                <a:ea typeface="Century Gothic"/>
                <a:cs typeface="Century Gothic"/>
                <a:sym typeface="Century Gothic"/>
              </a:rPr>
              <a:t>**avenida(flujo alto de rio):**</a:t>
            </a:r>
            <a:endParaRPr b="0" i="0" sz="14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Clr>
                <a:srgbClr val="000000"/>
              </a:buClr>
              <a:buSzPts val="1800"/>
              <a:buFont typeface="Arial"/>
              <a:buNone/>
            </a:pPr>
            <a:r>
              <a:t/>
            </a:r>
            <a:endParaRPr b="1" i="0" sz="1800" u="none" cap="none" strike="noStrike">
              <a:solidFill>
                <a:schemeClr val="lt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1800"/>
              <a:buFont typeface="Arial"/>
              <a:buNone/>
            </a:pPr>
            <a:r>
              <a:rPr b="1" i="0" lang="es-PE" sz="1800" u="none" cap="none" strike="noStrike">
                <a:solidFill>
                  <a:schemeClr val="lt1"/>
                </a:solidFill>
                <a:latin typeface="Century Gothic"/>
                <a:ea typeface="Century Gothic"/>
                <a:cs typeface="Century Gothic"/>
                <a:sym typeface="Century Gothic"/>
              </a:rPr>
              <a:t> Febrero, Marzo y  Abril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ector">
  <a:themeElements>
    <a:clrScheme name="Sector">
      <a:dk1>
        <a:srgbClr val="000000"/>
      </a:dk1>
      <a:lt1>
        <a:srgbClr val="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2021-04-08T17:37:23Z</dcterms:created>
  <dc:creator>luis gutierrez saldaña</dc:creator>
</cp:coreProperties>
</file>